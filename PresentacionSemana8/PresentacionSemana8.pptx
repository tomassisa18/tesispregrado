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6.xml" ContentType="application/inkml+xml"/>
  <Override PartName="/ppt/notesSlides/notesSlide15.xml" ContentType="application/vnd.openxmlformats-officedocument.presentationml.notesSlide+xml"/>
  <Override PartName="/ppt/ink/ink7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8.xml" ContentType="application/inkml+xml"/>
  <Override PartName="/ppt/notesSlides/notesSlide18.xml" ContentType="application/vnd.openxmlformats-officedocument.presentationml.notesSlide+xml"/>
  <Override PartName="/ppt/ink/ink9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0.xml" ContentType="application/inkml+xml"/>
  <Override PartName="/ppt/notesSlides/notesSlide21.xml" ContentType="application/vnd.openxmlformats-officedocument.presentationml.notesSlide+xml"/>
  <Override PartName="/ppt/ink/ink11.xml" ContentType="application/inkml+xml"/>
  <Override PartName="/ppt/notesSlides/notesSlide22.xml" ContentType="application/vnd.openxmlformats-officedocument.presentationml.notesSlide+xml"/>
  <Override PartName="/ppt/ink/ink12.xml" ContentType="application/inkml+xml"/>
  <Override PartName="/ppt/notesSlides/notesSlide23.xml" ContentType="application/vnd.openxmlformats-officedocument.presentationml.notesSlide+xml"/>
  <Override PartName="/ppt/ink/ink13.xml" ContentType="application/inkml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99" r:id="rId3"/>
    <p:sldId id="335" r:id="rId4"/>
    <p:sldId id="298" r:id="rId5"/>
    <p:sldId id="285" r:id="rId6"/>
    <p:sldId id="326" r:id="rId7"/>
    <p:sldId id="327" r:id="rId8"/>
    <p:sldId id="328" r:id="rId9"/>
    <p:sldId id="336" r:id="rId10"/>
    <p:sldId id="314" r:id="rId11"/>
    <p:sldId id="342" r:id="rId12"/>
    <p:sldId id="340" r:id="rId13"/>
    <p:sldId id="315" r:id="rId14"/>
    <p:sldId id="343" r:id="rId15"/>
    <p:sldId id="344" r:id="rId16"/>
    <p:sldId id="341" r:id="rId17"/>
    <p:sldId id="347" r:id="rId18"/>
    <p:sldId id="345" r:id="rId19"/>
    <p:sldId id="313" r:id="rId20"/>
    <p:sldId id="311" r:id="rId21"/>
    <p:sldId id="308" r:id="rId22"/>
    <p:sldId id="312" r:id="rId23"/>
    <p:sldId id="310" r:id="rId24"/>
    <p:sldId id="273" r:id="rId25"/>
    <p:sldId id="34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24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55:42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1638 6667 24575,'-2'-8'0,"-13"12"0,7 1 0,-14 12 0,16-13 0,-12 17 0,11-15 0,-10 17 0,11-18-9831,-5 11 8341,5-11 4308,-3 8-2818,2-2 0,2-2 1719,-4 4-1719,4-4 0,-5 1 0,5 0 0,-4-1 0,8-4 0,-5 2 0,5-3 6784,-1 1-6784,-4 10 0,0 1 0,-2 2 0,-2 7 0,8-17 0,-9 16 0,4-7 0,1-2 0,-3 7 0,3-3 0,0 3-6784,-6 8 6784,9-14 0,-5 10 0,2-4 0,-1-8 0,0 14 0,2-26 0,-2 19 0,0-10 0,-3 10 0,3-2 0,2-6 6784,1 4-6784,-1-4 0,2 6 0,-2-5 0,3 2 0,0-2 0,-5 5 0,1 1 0,1-6-6784,-1 4 6784,5-12 0,-5 9 0,5-5 0,-1 2 0,2 2 0,0 0 0,0 5 6784,0 2-6784,0 3 0,0-9 0,-2 7 0,1-3 0,-1 6 0,0 5 0,1-14 0,-1 5 0,2-4 0,0-3 0,0 9 0,0-16 0,0 15 0,0-5 0,0 13 0,-2 2 0,2-10 0,-3 8 0,3-7 0,0 4 0,0-6 0,0-3 0,0-6 0,0 5 0,0 3 0,0-9 0,0 11 0,0-5 0,-2-3 0,2 11 0,-4-5 0,1 12 0,0-10 0,1 8 0,2-7-6784,0 12 6784,0-12 0,0 12 0,0-6 0,0 10 0,-2 10 0,1-13 0,-1 4 0,0-7 0,2-13 0,-3 12 6784,3-9-6784,0 13 0,0-13 0,0 0 0,0-8 0,0 4 0,0 5 0,0-3-6784,0 5 6784,0-10 0,0 7 0,-2-8 0,2 1 0,-4 5 0,1-4 0,0 10 0,1 5 0,2-13 0,0 17 0,0-16 0,0 21 0,0-3 0,0-12 0,0 11 0,0-30 0,2 25 6784,-1-23-6784,1 21-6784,0-8 6784,-2-3 0,5 11 0,-5-6 0,4 4 0,-3-5 0,1 5 0,-2-7 0,0 14 0,0-14 0,0 4 0,0-18 0,0 17 0,0-11 6784,2 13-6784,-1-7 0,1-2-6784,2 7 6784,-3-14 0,5 18 0,-5-10 0,1 0 0,-2 5 0,2-3 0,-2 6 0,3-6 0,-3 6 0,0-10 6784,0 16-6784,0-1-6784,0 11 6784,0-18 0,0 6 0,0-7 0,0 7 0,0-4-4537,0 10 4537,0-27 0,0 25 0,0-12 4537,2 10-4537,-2-2 0,2-4 0,-2-4 0,0-8 6784,0 2-6784,-2-11 0,2 11 0,-3-2 0,3 12 0,0-1 0,0 0 0,0-10 0,0 0 0,0-9 0,0 9 0,0-8 0,0 12 0,0-12 0,0 16 0,0-15 0,0 18 0,3-4 0,-3 9 0,2-8 0,-2 9 0,0-16 0,0 21 0,0-12 0,2 7 0,1-10 0,2 3 0,-1-8 0,1 4 0,2-4 0,-4-5 0,3 12 0,-3-8 0,4 12 0,-2-11 0,0 1 0,-3-10 0,-2 1 0,2-4 0,1 4 0,1-6 0,1 6 0,0-2 0,4 7 0,-3 3 0,0-2 0,5 8 0,-5-6 0,8 17 0,-7-17 0,0 8 0,-4-10 0,1-2 0,-4 4 0,2-11 0,-2 9 0,0-4 0,0 1 0,3-1 0,-3-4 0,2 1 0,2 3 0,-1-1 0,4 4 0,-4-4 0,1 1 0,-3-6 0,3 8 0,-2-4 0,1 2 0,1 5 0,-3-8 0,3 12 0,-3-9 0,1 7 0,0-8 0,2 10 0,0-7 0,2 12 0,-6-13 0,5 7 0,-3-9 0,1 0 0,-1-1 0,0-2 0,-1 0 0,3 2 0,-2-3 0,5-2 0,-1-4 0,2 6 0,-4-4 0,0 4 0</inkml:trace>
  <inkml:trace contextRef="#ctx0" brushRef="#br0" timeOffset="17868">18329 7479 24575,'0'13'0,"0"0"0,-2 15 0,2-13 0,-3 13 0,8 13 0,-4-22-4252,3 14 1,0-1 4251,-1-14 0,2 12 1719,-3-17-1719,-2-7-4537,8 6 4537,-3-10-1021,12-2 1021,-9 0 0,46 2 0,-30-2 0,8 3 0,-1 1 0,-15-3 0,30 7 0,4 0 951,-18-4-951,16 2 0,9 0 0,-17-4 0,1-2 0,-5 0-2248,18 1 2248,2 1 0,0-2 0,1-7 2297,-32 4-2297,6 0 0,2-1-3027,12-7 3027,-21 9 0,23-7 2071,-41 9-2071,26 0 0,-18 0 4053,13 0-4053,-12 0 1461,-2 3-1461,-1-1 0,0 1 0,15 5 0,-14-6 6784,22 6-6784,17 1 0,-17-3 0,-8-1 0,4-1 0,16-1 0,-4-1-3642,-12-1 3642,12 2 0,1-3-5577,6-13 5577,-25 8 0,22-11 0,-38 9 0,-3 2 0,0-2 0,-8 4 0,-5-5 0,1 6 2435,-3-6-2435,2 3 6784,2-1-6784,-2-3 0,4 4 0,-1-4 0,1 6 0,1-4 0,0 5 0,-3-18 0,4 11-1957,-3-10 1957,4 14-333,-2-13 333,1 10 0,-1-9 0,2-1 0,0 4 0,0-6 0,0 11 0,0 7 0</inkml:trace>
  <inkml:trace contextRef="#ctx0" brushRef="#br0" timeOffset="22463">1556 12452 24575,'0'14'0,"0"0"0,-5 7 0,4-3 0,-5-4 0,5 3 0,-3-12 0,4 16 0,-3-16 0,3 16 0,-2-4 0,2-1-6784,-2 12 6784,2-20-2248,0 20 2248,-3-23 0,3 24 0,-6-10-3792,0 21 3792,-1-19 1069,2 11-1069,3-25 1712,0 19-1712,1-8 0,-1 0 0,2 10 0,0-12 0,4 14 0,-3-14 1243,6 7-1243,-5-16 0,7 29 0,-5-25 0,8 38 0,-8-37 0,3 24 0,0 2 0,-3-17 0,0 20 0,-1 0 0,-3-25 0,0 22 0,0 1 0,0-20 0,1 15 0,0-1 0,-1-22 0,7 36 0,-2-24-3869,9 27 3869,-8-28 881,6 8-881,-11-24-940,8 16 940,-6-15 0,2 17 0,1-7 3840,-5-1-3840,7 11-1174,-4 0 1174,0-3 0,-2 15-1259,-2-1 1259,0-10 0,0 20 0,3-19 0,-3-5 0,2 6 0,-2-24 0,4 14 0,-3-13 4537,6 10-4537,-5-3 0,3-5 6784,-2 4-6784,-1-11 0,0 1 0,-2 7 0,3 16 0,-3-8 0,2 21 0,0-10 0,1-7 0,-1 14-6784,-2-16 6784,0 3-2447,0-1 2447,0-14 0,0 9 0,0-6 0,0 10 0,0-9 5572,0 0-5572,0-9 0,0-2 0,0-3 0</inkml:trace>
  <inkml:trace contextRef="#ctx0" brushRef="#br0" timeOffset="23762">1124 15307 24575,'10'-7'0,"-3"4"0,2-1 0,-4 2-8503,17-5 8503,-14 3 1719,20-9-1719,0 1 0,-1-1 0,0 1 0,-9 3 0,-13 8 0,4-3 0,-4 4 6784,0 0-6784,-7 6 0,1 2 0,-8 7 0,2-1 0,1-6 0,2-2 0</inkml:trace>
  <inkml:trace contextRef="#ctx0" brushRef="#br0" timeOffset="24320">1392 15176 24575,'7'8'0,"7"5"0,-8-10 0,3 6 0,-5-6 0,3 1 0,-1-1 0,9 1 0,2-1 0,-4-1 0,7-2 0,-12-2 0,1 1 0,-2-3 0,-2 4 0,-1-2 0,-1 4 0,-1 0 0,-2 3 0,-4 0 0,3-1 0,-14 3 0,6 3 0,-6-5 0,-4 14 0,7-5 0,-5 1 0,4 8 0,7-13 0,-3 10 0,4-12 0,3-2 0,-1-6 0</inkml:trace>
  <inkml:trace contextRef="#ctx0" brushRef="#br0" timeOffset="44853">20710 11906 24575,'19'-7'0,"-7"4"-9831,3-3 8341,-9 5 4308,5-1-2818,-1 0 1719,-3 1-1719,2-1 0,2 2 0,4 0 0,15 0 0,-13 0-3582,20 0 3582,-29 0 0,24 4 0,-22 0 0,6 2 0,-8 3 0,-5-3 5010,4 9-5010,0-4 0,-4 1 5356,3 5-5356,-3-2-6784,4 15 6784,-4-13-4537,1 15 4537,-4-24 0,2 24 0,1-13 0,2 3-3034,-3 2 3034,0-17 3034,-2 14-3034,0-6 0,0 0 4537,0 1-4537,0-3 0,-2 5 0,0-5 0,-3 14 0,0-8 0,2 18 0,1-14-4169,4 16 4169,-1-27-3156,6 34 3156,-6-33-2110,8 41 2110,-6-39 2110,2 36-2110,3-22 2788,-6 1-2788,6-2 4537,-7-22-4537,5 12 6784,-3-10-6784,4 1 0,-2-4 0,0-5 0,-1 0 0,1 0 0,0 0 0,2 2 0,-2-2 0,4 7 0,7 2 0,-7-3 0,10 7 0,-2-2 0,-8-2 0,8 4 0,-10-8 0,-1-4 0,-2 0 0,-4-1 0,-7 3 0,2 6 0,-9 3 0,8-2 0,-9 8 0,11-14 0,-7 15 0,5-6 0,-1 2 0,5 2 0,-2-11 0,1 5 0,0-6 0,1 2 0,0 0 0,-1-4 0,1 4 0,-1-3 0,3 2 0,3 2 0,-1-4 0,11 19 0,-2-6 0,4 7 0,-2 2 0,-10-19 0,6 19 0,-9-19 0,9 19 0,-8-19 0,10 19 0,-10-19 0,9 19 0,-2-12 0,0 3 0,5 0 0,-12-11 0,10 7 0,-10-7 0,11 9 0,-7-8 0,8 18 0,0 9-491,-4-11 491,4 20-6621,-8-21 6621,-2-1-4428,-1 15 4428,-2-27-21,0 38 21,0-2 0,0-14 0,0 1 0,0 15 0,7 9 0,-5-43 0,2 17 0,1 1 0,-3-16 0,2 17 0,2 4 0,6 6 0,-3 3 0,7 9 218,-15-42-218,11 30 4526,-9-18-4526,4 16 0,-5-4 0,-2-14-4504,-3 8 4504,1-22 0,-7 20 0,-1-10 0,-1-1 0,-6 1 0,10-15 4537,-19 5-4537,-1-9 0,-15-1 0,12-4-4537,-7-6 4537,26 7-2515,-26-6 2515,28 7 0,-21-9 0,12 10 3291,-2-4-3291,1 5 4921,10 2-4921,4-7 0,7-15 0,-1 10 0,3-8 0</inkml:trace>
  <inkml:trace contextRef="#ctx0" brushRef="#br0" timeOffset="50902">20659 6710 24575,'10'-2'0,"3"1"0,-4-3 0,4 3 0,-8-1 0,2 2 0,-2 0 0,1 2 0,0-1 0,0 1 0,1 2 0,1-1 0,14 10 0,-6-6 0,5 4-6784,9-4 6784,-22-2 0,21 2 0,-12-1 0,1 0 0,7-2 0,-14 1 0,0-5 0,-3 4 6784,0-1-6784,6 6 0,-6-1 0,5 10 0,-7-5 0,5 9 0,-6-6 0,2 6 0,-2-9 0,-1 7 0,1-7 0,-2-1 0,-1 5 0,0-12 0,-2 14 0,2-15 0,1 22 0,-1-7 0,1 17 0,-1-8 0,-2-7-6784,0 11 6784,0-22 0,0 24 0,0-4 0,0-9 0,2 18 0,1-19 0,-1 0 0,2 2 0,1-4 6784,-2-6-6784,2 9 0,-5-6 0,2 0 0,-2 12 0,2-5 0,0 11 0,-1-12-6784,1 4 6784,0-20 0,1 23 0,-1-14 0,0 20 0,-2-7 0,0-7 0,-2 8 0,-2-1 6784,0-3-6784,-2 17-6784,5-1 6784,-1-9 0,4 1 0,1-2 0,-2-14 0,3 20 0,-1 2-526,-2-14 526,0 17 0,0 0 0,-1-22 0,0 15 0,0-2 0,2-20 0,-2 16 0,1 1 6524,1-18-6524,-2 40-6524,0-25 6524,0 4 526,0 11-526,4-17 0,-1 18 0,4-8 0,-4-10 0,3 2 0,-1-2 0,0-5 6784,4 13-6784,-2-5 0,-1-3 0,6 15 0,-10-27 0,11 29 0,-10-29 0,10 29 0,-3-16 0,5 7 0,-3-8 0,-1-9 0,-3-10 0,-2 0-6784,3-1 6784,-5-1-423,6 1 423,-9 1 0,6-2 0,-5-1 0,3 0 0,0-2 6575,0 5-6575,-1-5 632,1 4-632,0-3 0,-1 1 0,1 0 0,0-1 0,2 3 0,-2-2 0,2 1 0,-5 1 0,-6 5 0,-2 4 0,-5 8 0,1-2 0,0 2 0,5-8 0,-1 2 0,3-3 0,0-1 0,-1 8 0,3-6 0,-1 2-6784,-2 2 6784,3-10 0,-5 10 0,3 0 0,-2 7 0,2 2 0,1-9 0,2 5 0,0-15 0,-2 16 0,2-11 6784,-2 6-6784,2-2 0,0-1 0,0-3 0,0 1 0,2-7 0,-2 3 0,4 0 0,-1 1 0,4 4 0,2 0 0,-3-4 0,5 12 0,-6 2 0,4 10 0,3 8 0,-6-18 0,8 18-6784,-3-13 6784,-1 4-4537,7 3 4537,-15-23 0,13 19 0,-7-5 0,2-3 0,3 16 0,-7-15 0,0 2 4537,-4 7-4537,3-11 0,0 17 0,0-4 0,-1-9 0,-4 6 0,5-6 0,-2-1-4537,6 14 4537,-4-28-2667,2 24 2667,-5-28 0,3 24 0,-3-13 3216,1 3-3216,1 8 0,-3-11 0,1 3 3988,0 6-3988,-2-10 0,2 2 0,-2 8 0,0-14 0,0 5 0,0 7 0,0-18 6784,0 16-6784,0-12 0,0-2-6784,-2 6 6784,0-11 0,-5 15 0,-1-7 0,3 4 0,-8 7-4537,7-8 4537,-6 4 4537,1 5-4537,5-11 0,-3 3 0,2 8 0,-1-12 0,-1 16 6784,-1-13-6784,0-1 0,3-7 0,0-4 0,-4 1 0,0-5 0,-1 2 0,-6 0 0,11-1 0,-8 3 0,3 3 0,4-3 0,-8 4 0,0 3 0,6-4-6784,-9 6 6784,17-8-262,-15 6 262,12-7 0,-12 9 0,0-2 0,3 0 0,-2 1 0,3-2 0,0-4 6655,-6 8-6655,2-7 0,5 0 391,2-5-391,6-2 0,-1 0 0,2 0 0,1 0 0</inkml:trace>
  <inkml:trace contextRef="#ctx0" brushRef="#br0" timeOffset="58063">16691 12962 24575,'13'0'0,"4"-2"-9831,17-3 8341,-14 0 1490,31-2 196,-16 2 1,3 0-197,3 2 0,1 0 0,-2-1 0,2 0 0,0 1 0,2 2 0,-5-1 0,-7 2 0,0-1 0,8 1 0,5 0 0,-5 0 0,-8 1 0,-3 0 2006,16 2-2006,-15 3 0,-20-5 0,8 4 0,-13-5 0,-3 0 0</inkml:trace>
  <inkml:trace contextRef="#ctx0" brushRef="#br0" timeOffset="59101">16663 14318 24575,'4'2'0,"26"5"0,11-4-4916,10-2 1,2 0 3425,0-2 1490,-10-1 0,7-1 0,-11-1 1046,-11-3-1046,9 3 0,14-1 0,2-1 0,-11 1-264,12-5 264,-14 6 0,10 0 0,0 0 0,-13 2 0,1-3 0,4 4 0,9 0 0,-4 1 0,-7-1 0,0 1-490,3-2 1,2 0-1,-3 1 490,-4 1 0,-6-1 1049,7-1 0,-28 2 1,-9 0-1</inkml:trace>
  <inkml:trace contextRef="#ctx0" brushRef="#br0" timeOffset="59843">16811 15542 24575,'14'7'0,"15"4"0,-15-7 0,20 4-9831,3 1 8341,-13-4 1490,6 3 0,4 0-1078,0-4 1,-1-1 1077,16 8-440,0-6 1,-4-2 439,-23-1-677,16 1 1,13 0 0,-9-2 676,-2 0 0,7 2 0,11 1 0,-12-1 0,-15-2 0,12 4 0,10 1 0,-9-1 0,-8-3 882,17 4 1,1 0-883,-8-3 0,-11-1 0,6 3 0,-37-5 0,4 2 0</inkml:trace>
  <inkml:trace contextRef="#ctx0" brushRef="#br0" timeOffset="96420">4574 12288 24575,'12'-10'0,"8"-3"-9831,-7 0 8341,2 3-665,6-8 2155,-14 12-879,21-14 879,-20 13-2029,22-13 2029,-22 14 2029,24-12-2029,-9 3 0,15-7 0,-17 7 3034,8-5-3034,-13 7 0,10-2 0,-8 6 0,5 0 0,-5 6 0,0-2 4537,6 3-4537,-11 0 0,1 1 0,-1-1 6784,-7 2-6784,3 0 0,-4 0 0,8 0 0,4 0 0,11 0-4765,-9 0 4765,1 0-5206,-3 0 5206,-9 0 0,26 2 0,-11 3 0,9 0 0,-7 2 0,-13-4 0,-1 3 0,-6-5 3187,7 5-3187,-3-3 0,4 0 0,-4-1 0,0 0 0,0 0 0,6 5 0,-3-4 0,4 6 0,0-4 0,-7 2 6784,12 4-6784,-8 2 0,9 1 0,-3 5 0,-7-11 0,-1 9-6784,-6-11 6784,0 6 0,-3-3 0,-2 0 0,2 3 0,-2 2 0,3-4 0,-6-3 6784,3-7-6784,-2-5 0,0 0 0,1-2 0,-1 4 0,2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2:34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16892 12502 24575,'0'0'0</inkml:trace>
  <inkml:trace contextRef="#ctx0" brushRef="#br0" timeOffset="85732">14443 6890 24575,'-8'7'0,"-7"10"-9831,-11 3 8341,8-6 1490,-6 5 2818,21-16-2818,-33 27-2818,25-19 2818,-32 22-1517,21-7 0,2-2 1517,0-3 1517,0 4 0,-1 2-1517,-2 1 0,3-3 0,1-5-1517,-15 18 0,0-2 1517,20-24 3034,-17 22-3034,30-34 4537,-1 6-4537,7-18 0,-2 9 0,-1-4 0</inkml:trace>
  <inkml:trace contextRef="#ctx0" brushRef="#br0" timeOffset="86365">13853 7238 24575,'-3'20'0,"1"4"0,2-15 0,0 4 0,0 0 0,0-6 0,-2 16 0,1-15 0,-5 26 0,2-21 0,0 25 0,1-26-6784,16 1 6784,-6-12-4537,34-3 4537,-27 2 0,18 0-1729,4 7 1729,-19-6-1231,20 6 1,1 1 1230,-20-6 601,25 6-601,-34-8 0,47-2 0,-35 0 0,8 0 0,4-1-489,-4-6 0,-3-1 489,-2 2 2274,28-8-2274,-22-9 1319,-20 17-1319,18-19 1013,-19 14 1,-5 8-1,2-5 1</inkml:trace>
  <inkml:trace contextRef="#ctx0" brushRef="#br0" timeOffset="-6027.73">8060 16590 24575,'0'7'0,"0"48"-8639,0-36 8639,1 9 0,-2 4-1765,0 2 1,0-3 1764,1 0-674,-1 18 0,0-3 674,1-27 0,0 25 0,2-39 2195,2 3-2195,2-8 4537,7 0-4537,-9 3 0,7-1 0,2 11 0,-8-9 6784,10 7-6784,0 2 0,-7-10-1626,9 7 1626,-14-8-1145,22-1 1145,-15 1-2933,26-9 0,2-4 2933,-17 5-1962,10-5 1,-2 0 1961,-18 9-723,27-11 1,18-5 0,-5 3 722,-16 7 0,1 0-248,0-3 0,4-2 0,5-1 0,4 3 248,-4 3 0,7 1 0,3 0 0,1 2 0,-2-1 0,-4 2 0,-7-1 0,2 0 0,-6 1 0,6 0 0,-4-1 0,5 0 0,3 0 0,3 0 0,2-1 0,-1 1 0,-2 1 0,4 0 0,3 1 0,0 0 0,0 1 0,-3-1 0,-5 1 0,-6 0 0,4-2 0,-8 1 0,8 0 0,-2 1 0,8-1 0,4 1 0,4-1 0,-1 1 0,-2-2 0,-5 0 0,4-3 0,-2-1 0,-2 0 0,-4 0 0,-5 2 0,-5 2 0,-6 1 0,6-2 158,7 0 0,7-2 0,2 0 0,-2-1 0,-8-1-158,-3-4 0,-5 0 0,-6 1 0,20-2 0,-4-1 0,-3-3 0,-9-8 0,-24 20 2749,33-23-2749,-36 31 859,7-7-859,-11 11 0,16 9 0,-14-7 0,16 9 0,8 3 0,-18-12-1953,17 10 1953,-23-14-890,25 3 890,-16-2 0,31 2 0,-38-7 0,9 0 3053,-13-9-3053,0 8 2540,4-14-2540,-3 12 0,-2-9 0,-4 11 0,-9-21 0,5 16-2823,-15-37 2823,16 32 0,-8-19 0,1-12 0,5 26 73,-6-25-73,6 13 0,5 15 0,-4-37 0,3 38 0,-1-14 0,10 0 3500,-6 15-3500,7-15 1567,-1 13 1,-6 8 0,7-6-1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2:58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12300 4986 24575,'-5'4'0,"-2"-1"0,7 1 0,-13 14 0,10-10 0,-16 30 0,17-22 0,-7 9 0,30-12-1215,-13-10 1215,17 2-6382,14-1 6382,-23-3 0,24 3-4267,-16-2 4267,-12-1-1788,24 1 1788,-28-2-904,17-2 904,-18 1 0,19-3 0,-18 3 0,11-1 1628,16 2-1628,-19 0 0,21 0 0,1 0 0,-21 0 0,27 0 1978,-39 0-1978,23 0 0,-18 0 2146,18 0-2146,-15 0 0,-6 0 2020,6 0-2020,-8 0 0,0 0 0,10 0 0,-8 0 0,42 0 0,-34 0 0,23 0 0,1 0 0,-23 0-2803,29 0 2803,-40 0-1414,33-4 1414,-23 3 0,22-3 0,-11 2 0,-17 1 4695,15-1-4695,-7 2 0,-7 0 0,16 0 0,-19-2 0,22-3 0,-20 2 0,32-2 0,-29 5 3646,11 0-3646,-12 5 0,-6-2 2660,5 4-2660,-7-3 0,1-1 0,22-1 0,-14-2-3392,23 0 0,1 0 3392,-19 0-3679,34 0 3679,-45 0-3318,40 2 3318,-31-1-1478,30 1 1478,-38-2 0,23 4 0,-17-3-447,38 1 447,-41-2 1579,16-3-1579,-22 3 1798,18-2-1798,4 4 4038,6-2-4038,-11 5 6037,-13-4-6037,-6 0 0,11-3 0,-5 2 2254,11 0-2254,-13-4 0,7-2 0,-7 1 0,11-1 0,-10 5 0,4-3 0,-5-1 0,-5 0 0,3-2 0,-6 2 0,0-4 0,-3 3 0,2-3 0,-3-4 0,3 6 0,-2-7-6784,-2-3 6784,4 11 0,-2-13 0,3 15 0,-4-13 0,2 5 0,-5-2 0,6 5 0,-5 6 0,6-1 0,-11-5 6784,10 3-6784,-4-3 0,5 4 0,2 2 0,0 1 0</inkml:trace>
  <inkml:trace contextRef="#ctx0" brushRef="#br0" timeOffset="5508">8403 5492 24575,'0'26'0,"2"4"0,-1-24 0,5-7 0,-5-3 0,8-22 0,-8 19-8503,3-26 8503,-4 24-2818,0-38 2818,0 35-1095,0-18 1095,0 25 0,4-25 0,-3 19 0,7-35 0,-6 38 0,4-14 0,-6 16 3994,5 2-3994,-3 2 0,15 8 0,-9-5 0,31 10 0,-29-10 0,15 3-187,3-2 187,-15-1 0,21-1 0,2 0 0,-14-1-1966,28-5 0,0-1 1966,-28 4 0,7-2 0,1-2 0,9-3 0,-22 7 0,14-5 0,-2 1 0,-14 6 0,30-3 0,-34 6 0,34 7 0,-33-5-907,15 5 0,2-1 907,-15-6 569,16 3 0,-1-2-569,-18-3-2406,42-6 2406,-42 4 0,14-6 1319,9-1-1319,-24 4 0,19-3 0,-1-1 0,-19 5 0,18-5 1612,-25 7-1612,30-2 0,-20 3 0,17-1 0,-1 1 0,-17 2 0,19 1-1663,-8 0 1663,-13-1 1862,35 5-1862,-31-5-1323,16 1 1,0 0 1322,-15-2 0,20 0 2645,-29 0-2645,31 0 319,-24 0-319,25 0 0,-33 0-1937,35-2 1937,-26 1 1591,25-1-1591,-33 2-2637,33 9 2637,-25-7 0,28 6-204,-5 9 204,-19-13 880,20 15-880,-30-18-1199,27 18 1199,-22-15 0,22 13 0,7-13 0,-28-3 0,28 5 0,1-5 0,-28 1-352,29-2 0,1 0 352,-28 0 354,35 0-354,-46 0 1018,25 0-1018,-22 2 2709,24 0-2709,-20 3 0,-1-2 0,17 1 0,-20-3 4050,11 1-4050,3-2 4604,-13 0-4604,27-7 0,-27 6 3649,10-6-3649,-14 7 0,-1 0 0,7-2 0,-2-1 0,2 5 0,-6-1 0,-3 6 0,-2-3 0,2 12 0,-1-9 0,1 19 0,-2-19 0,2 15 0,1-12 0,1 0 0,1 3 0,0-12 0,-3 8 0,3-7 0,-5 1 0,2-1 0</inkml:trace>
  <inkml:trace contextRef="#ctx0" brushRef="#br0" timeOffset="38154">4377 7469 24575,'0'8'0,"0"-2"0,0 1 0,6 11 0,-2-2 0,5 1 0,-7-6 0,3-5 0,-3 2 0,1 4 0,11-7 0,-8-1 0,34-14 0,-29 5 0,19-6 0,8-4-5981,-24 12 5981,26-10-2402,-2 8 1,1 3 2401,0 0-694,-3-2 0,10 1 694,-1 5 0,11 4 0,3 1 0,-3 0 0,-10-1-1376,-2 0 0,1 0 1376,3 0 0,12 1 0,3 0 0,-8 0 0,-15-1 1049,-3 3-1049,0-4 0,15 2 0,10-1 0,1 1 0,-5-1 0,-12-1 0,4 1 0,0-1 0,-4 0 0,11 0 0,6 2 0,-2-1 0,-8-1 0,-13-2 455,13 1-455,-14-1 0,8 0 0,2 0 0,-7 0 0,-1 2 0,2-1 0,3-1 0,12 0 0,3-1 0,-6 0 0,-14 0 0,7 0 0,-7-2 0,8 0 0,-15 0 1328,-19 0-1328,28-4 0,4-1 0,-18 0 0,12-2 0,10-3 0,-1 1 0,4 0 0,-5-1-513,-9-1 1,4 0 512,-4 5 0,10 1 0,7 0 0,5 0 0,0 0 0,-3 1 0,-6 0 0,-11 0 0,1 0 0,-8 0 0,5 1 0,4 0 0,7 0 0,3 1 0,3 0 0,-2 0 0,-3 1 0,2-1 0,1 1 0,-2 1 0,-4-1 0,-5 0-1220,9 1 1,0-1 1219,-10 1 0,6-2 0,3 1 0,1 0 0,0 1 0,-4 1 0,2 0 0,0 0 0,-1 1 0,-3 0 0,-6-1 0,1 1 0,-6 0 0,10 1-76,-7-1 1,9 0 0,7 1 0,4 0-1,4 0 1,1 0 0,-1 0 0,-3 1 0,-5-1-1,-6-1 1,-9 1 75,10 0 0,-11 0 0,8 0 56,-5 0 0,6 1 0,4 1 0,3-1 0,1 0 0,-1 0 1,-3-2-57,-1 0 0,2-2 0,0 0 0,-1 0 0,-2-1 0,-4 1 0,-4 0 0,9 2 0,-8-1 0,8 0 0,-3 0 0,7-1 0,4 0 0,1 0 0,1-1 0,-2 1 0,-7 0 0,2 0 0,1 0 0,-1 0 0,-3 0 0,-4 0 0,-7 0 0,17 0 0,-1 0 0,-6 0 0,12 0 0,4 0 0,-2 0 0,-11 0 0,-17 0 2140,-11 0-2140,30-3 0,2 0-580,-20 1 580,21-1 0,-3-2 2785,-31-2-2785,-13 3 4375,11-4-4375,-18 7-4264,13-5 4264,-8 5 0,12-6 0,29 0 0,-33 3 214,39-5-214,-16 7 0,-3-1-3034,-6-3 3034,6 4 0,4 0 0,-4-1 0,-4 2 0,-6 0 0,11 0 0,10 0 0,-11 1 0,-12 0 0,3 0 0,4 0 0,0 0 0,-5 0 0,-7 0 0,8 0 0,2 0 1201,12-2-1201,-28-1 3629,29-2-3629,-19-6 0,-13 7 0,38-7 670,-38 11-670,19-3-1906,6 6 1906,-23-1 0,25 1-3219,1 7 3219,-24-8-1285,24 7 1285,-33-9 2133,44 6-2133,-17-5 0,2 0 1820,-3 2 0,2 0-1820,22-6 0,-6-1 0,-26 3 0,32-6 0,-48 7-1829,36-9 1829,-28 7 0,26-7 0,-8 0 0,-22 7 0,18-4 0,0 1 4537,-19 5-4537,21 4 0,1 1 0,-19-2 0,27 10 0,-37-10-3567,22 10 3567,-16-9 0,28 11 0,-9-14 0,-6 3 0,17-8 0,-31 1 0,10-2 0,-10-1 5018,-5 3-5018,2-4 5333,-6 2-5333,0 0 0,0 0 0,-7-12 0,6 9 0,-8-23 0,7 25 0,-1-13 0,1 3 0,2 6 0,0-21 0,0 23 0,0-16 0,0 12 0,0-3 0,-2 5 0,1 6 0,-1 4 0</inkml:trace>
  <inkml:trace contextRef="#ctx0" brushRef="#br0" timeOffset="55253">15449 7428 24575,'22'22'0,"-13"-13"-9831,23 33 8341,-25-32 1490,9 16 2818,-8-13-2818,0-6 1719,2 4-1719,-1-9 0,2-4 0,-2 1 0,10-1 0,-12 2 0,6 0 6784,-6 0-6784,-2 0 0,4-2 0,-2-3 0,1 2 0,3-6 0,-6 8 0,11-7 0,-12 5 0,6-2 0,8-4 0,-10 8-2424,12-6 2424,-16 5-5981,35-13 5981,-24 9 0,26-11 0,-12 6 0,-3 2-2207,-5 0 2207,7-2 0,2 0-2383,16-7 2383,-28 10 884,25-7-884,-39 11-1465,37-8 1465,-23 5 0,20-3 0,1 1 0,-19 4-628,23-3 1,3 1 627,-13 6 1291,-6-2 1,5-1-1292,12 4 0,7 2 0,-8-1-869,8 0 869,-13 0 0,8 1 0,3 1 0,4 2 0,6 2 0,-2 1 0,-11-2-697,-13-1 0,0-1 697,16 3 0,12 2 0,-1-1 0,-15-2 2493,0 1-2493,2-1 0,11 0 0,-6 0-1328,-11-1 1,0-1 1327,9 2 0,4 0 0,-13-2 2788,-14-3-2788,28 3 0,1 0 0,-18-2 0,15 1 0,4-1 0,-18-1 0,-6-2 470,-2 1-470,26-3 0,-3-1 0,-35 2 0,30-5-1470,-16 4 0,-3 0 1470,-2 1 0,10 0 0,9 0 0,-9 0 0,-6 2-1015,24 0 1,0 0 1014,-27 0 0,15 0 0,-2 0 0,-23 0 2029,19 0-2029,-16 0 0,-13 0 3034,21 4-3034,-23-3 4537,8 6-4537,-10-7 0,15 2 0,-13-2 6784,25 0-6784,-15-2 0,3-11 0,-10 5 0,-10-7 0,0-1 0,0 9 0,0-9-6784,4-8 6784,-3 15 0,4-18 0,-5 22 0,2-21 0,0 16 0,1-16 0,-1 23 0,-2-1 0</inkml:trace>
  <inkml:trace contextRef="#ctx0" brushRef="#br0" timeOffset="-27650.73">3491 18130 24575,'0'10'0,"0"-3"0,-2 2 0,2 11 0,-2-10-8503,6 14 8503,-3-18-2818,7 17 2818,-7-14-2323,6 12 2323,-7-16 0,4 7 0,-1-9 3385,6 6-3385,-1-9 5063,5 4-5063,-7-1 0,3 0 0,-5 3 0,0-3 5196,0 4-5196,-2 0 0,0-2 0,1 2 0,-1-3 0,4 1 0,0-2 0,10-3 0,-6-1 0,17-1 0,-17 2 0,14 0 0,13 0-1587,-18 0 1587,28 0 0,0 6 0,8 3 0,-6-1-3130,-17-4 1,1 1 3129,3 2 0,8 1 0,5 1 0,1 0 0,0 0 0,-3-1 0,2 1 0,2-1 0,-1 1 0,-3-1 0,-3 0-1395,11 3 0,-6 0 0,7 0 1395,-6-2 0,8 0 0,4 1 0,-3-1 0,-7-1 0,-13-1-1046,-11-1 0,1-1 1046,9 1 0,13 0 0,8 1 0,5 0 0,0 0 0,-4-1 0,-8 0-438,2-1 1,-8 0 0,3-1 0,10 0 437,-17-1 0,5 0 0,5 0 0,4 1 0,3-1 0,2 1 0,0-1 0,0 1 0,-1-1 0,-2 0 0,-3 0 0,-5-1 0,-5 0 0,19 0 0,-10 0 0,-3-1 0,3-1 0,8 1 0,-14-1 0,5 0 0,4-1 0,4 1 0,2-1 0,1 0 0,-1 0 0,-2 0 0,-4 0 0,-3 0 0,-6 0 0,-8 1 0,20-1 0,-12 0 0,6-1 0,-2 0 0,8-1 0,3 0 0,-1-1 0,-5-2 0,-10 0-256,13-8 0,-10-1 256,-7 7 0,-1-1 1014,15-7 1,-9-3-1015,-22-2 2739,-9 8-2739,5-13 4390,-18 14-4390,1 1 6566,-2-3-6566,5 9 0,-4 3 0,5 0 0,-5 2 0,12 0 0,-7 0 0,19-3 0,-18 3 660,8-4-660,-9 1 0,-6-2 0,4 0 0,-9 3 0,-5-11 0,3 8 0,-5-6 0,0-6 0,1 11 0,-2-12 0,-5 7 0,13 5 0,-13-8 0,11 7 0,0 0 0,-1-3 0,-6-20 0,2 10 0,-3-12 0,2-7-2223,8 25 2223,-4-19 0,3 22-265,3-8 265,-2 5 0,2-8 0,0 9 0,0 3 0,0 3 0,0 5 0</inkml:trace>
  <inkml:trace contextRef="#ctx0" brushRef="#br0" timeOffset="-126110.46">22985 11378 24575,'12'5'0,"-5"-3"0,7 3 0,-7 1 0,9 4 0,-10 0 0,5-3 0,-4 2 0,-1-8 0,7 14 0,-8-11 0,4 11 0,-6-9 0,1 1 0,-3-3 0,5 1 0,-3-2 0,10 10 0,-6-9 0,14 17 0,-14-13 0,19 11 0,-18-15 0,11 6 0,-13-9 0,1 6 0,-3-7 0,0 6 0,8 0 0,-4 1 0,18 6 0,-17-7 0,10 3 0,30 15-6784,-27-18 6784,5 6 0,-2-1 0,-11-10 0,17 8 0,2 2 0,-8-3-1513,10 3 1,9 2 0,-10-2 1512,-10 0 0,5-3 0,2 1-3034,10 6 3034,-24-12 3034,24 12-3034,-28-8 0,1-2 0,0 2 0,-5-5 0,4 0 0,-6-1 0,27 9 0,-20-5 4537,17 8-4537,-21-10 6784,-1 1-6784,8 2 0,-9-4-2248,11 6 2248,-11-7-6040,43 22 6040,-31-16 0,9 5 0,-2 0 0,-17-7 0,16 6 0,2 1-1775,-9-3 1775,31 12 1285,-43-17-1285,21 7 4597,-20-4-4597,17 6 0,-16-6 0,-3-4 0,7 3 0,-8-3 0,9 2 0,-8-1 2776,5-1-2776,15 7-1761,-16-8 1761,20 11-4883,19 4 4883,-31-7 0,9-2 0,3 0-4118,4 6 4118,-13-11-2576,15 14 2576,-29-16-67,28 16 67,-17-12 2808,15 11-2808,5 1 2502,-24-11-2502,21 8 3987,-9-3-3987,-17-9 0,15 11 0,-20-12 0,1 1 1718,-2 0-1718,5-2 0,-4 2 0,7-2 0,7-4 0,-8 3 0,17-10 0,-19 10 2579,7-6-2579,0-1 0,-7 6 0,13-11 0,-17 10 0,19-4 0,-17 4 1216,18 1-1216,-18 2 0,5 0 0,9-2 0,-10 1-6784,23-1 6784,-23 2 0,7 0-3058,-2-2 3058,-8 2 0,9-3 0,1-1 0,-9 3-3524,20-5 3524,-21 5 0,8-1 3524,-2 0-3524,-6 1 3058,6-1-3058,-2 2 0,-4 0 0,4 0 6784,-7 0-6784,7-4 0,4-1 0,0-3 0,16-3 0,-20 5 0,10-1 0,-1-4 0,-10 7 0,19-11 0,-23 9 0,7-1 0,-8 0 0,-2 4 0,1-2 0,-4 3 0</inkml:trace>
  <inkml:trace contextRef="#ctx0" brushRef="#br0" timeOffset="-121949.46">22794 10897 24575,'0'-7'0,"0"-5"0,0-10 0,0 8 0,0-8 0,2 0 0,1 11 0,3-30 0,4 8 0,-4 3-6784,12-19 6784,-12 40 0,7-19-2539,8-2 2539,-14 16-1848,14-18 0,2 1 1848,-12 17 0,17-21 0,4-4 0,-21 26 0,21-28-1336,4 2 1336,-23 23 290,23-23-290,-31 32-1063,14-15 1,2-1 1062,-7 8 1062,5-8 1,5-1-1063,5 5 0,-1 3 0,-6 1 0,6-2 0,4-3-145,4 1 0,-4 1 145,-3 2 1517,4-3 0,3-1-1517,-6 3 0,-4 3 0,-2 2 0,24-14 0,0 0 0,-25 16 0,6-5 0,-5 2 4537,-19 10-4537,44-20 0,-29 12-2269,21-8 1,1 0 2268,-24 10-2294,22-10 2294,-33 17 1478,32-12-1478,-22 7 0,23-2 0,1 1 0,-19 4-1382,20-2 0,-1 1 1382,-21 4 832,21-5-832,-32 5 0,20-2 0,4-1 0,-6 1 0,9 0 0,13 0 0,1 0 0,-11 0-691,5-1 691,-9 2 0,6 0 0,2 0 0,14 1 0,2 0 0,-8 0-507,-21 1 1,0 0 506,25-1 0,10-1 0,-16 2 2174,-22 0-2174,9-2 0,11-2 0,-7 1 0,10-2 0,-7 1 0,13-2 0,-1 0 0,-14 0 0,0-2 0,2 0 0,9-1 0,-12 1-893,-15 1 893,31-5 2966,-47 10-2966,30-8 0,-22 5 0,18-5 0,-2 0 0,-18 6 0,21-5-2829,3 5 2829,-22 3 1244,22-3-1244,-32 4 0,42-2 0,-32 1 0,29-1 0,2 0 0,-24 1-1221,28-3 1,1 0 1220,-22 2 1220,-2-1 1,5 0-1221,13 2 0,-3 2 0,-11-1 0,9 0 0,5 0-622,-8-1 0,-4 0 622,-6 0 0,9 0 0,10 0 0,-10 1 0,-11 0 0,6 0 0,-4 0 0,-22 0-832,21-2 1,3 0 831,-9 1 0,29-3 0,1 1 0,-30 3 2210,27-3-2210,6 3 0,-38 0 0,38 0-274,-24 3 1,-2 1 273,-2-3 1517,1 3 0,5 1-1517,7-1 0,-4-1-3034,-13 1 3034,15 0 0,-4-1 3034,-24-1-3034,23 0 0,4-1 0,-8 1 0,4-1 0,3 1-1517,1 0 0,-6 0 1517,-10-1 1517,22 1 0,-1 0-1517,-23-2-3034,10 2 3034,-18-1 0,-6 3 0,27 11 0,-18-7 3034,18 9-3034,15 5 0,1-1-808,-11-2 808,2-4 0,15 4 0,6 1 0,-3-2 0,-13-4 0,-12-3 0,1-2 0,7 1 0,13 2 0,6 2 0,-1-1 0,-6-2 0,-13-3 0,16 3 0,-5-3 0,10 2 0,-15-3 3979,-16 0-3979,7-1 0,9 1 0,-5-2 0,9 4 0,0 0 0,8 1 0,-14-3-4084,-21-5 4084,29 8-1645,-10 1 1645,-19 0 0,17 2 0,2 0 0,-15-1 84,16 5-84,5 0 0,-36-11 0,32 11-560,-13-8 560,-17-5 1542,17 4-1542,-25-8 0,10 5 0,-7-4 0,17 5 0,-13-1 0,19 12 0,-19-9 0,17 15 0,0 1 0,-13-12 3797,27 22-3797,-19-11 0,-3-2-648,-7-9 648,8 10 0,2 3 0,12 12 0,-18-18-1792,9 12 1,-3 0 1791,-13-18 3583,11 15-3583,-5 9-1763,-9-23 1763,9 27-1387,-5-3 1387,-8-23 1485,4 21-1485,-8-31-3031,-2 23 3031,1-18 0,-1 20-1230,-2 1 1230,3-18 2422,-3 21-2422,-7 12 0,6-25-594,-7 22 1,0-1 593,7-26 723,-8 29-723,9-38 0,-6 20 0,0 4 0,-2-9-1134,0 8 0,3-3 1134,6-18 0,-19 41 0,13-32-376,-12 33 376,14-44 0,0 23 0,0 4 0,2-13 1041,-3 10 1,0 1-1042,6 1 3114,-1-19-3114,-1 28 0,3-35 0,-3 15 0,3-16 4295,-5 10-4295,5-11 0,-12 17 0,11-14 5318,-7 9-5318,9-12-6298,-10 35 6298,5-26-2785,-6 28 2785,6-36-3289,-16 42 3289,12-32 0,-14 35-1858,-10-8 1858,21-27 2369,-20 26-2369,-1-14-1028,22-17 1028,-22 19 0,30-25 0,-24 14 0,18-10 464,-17 7 0,-2 0-464,17-8-1168,-20 9 0,0 0 1168,18-8 0,-29 13 0,-1 1 0,24-12 1168,-9 2 0,-5 2-1168,-8 1 0,2-4 0,3-4 0,-7 5 0,-10 3 0,12-4-928,13-6 928,-7 3 0,3 0 3034,23-6-3034,-45 14 1369,33-13-1369,-6 5 0,-2-1 0,-22-1 0,25-3-1744,-25 1 1,-1-1 1743,25-3 0,-5 0 0,3 1 0,20-2-1947,-43 0 1947,27 0-221,-10 0 0,-10 0 1,7 0 220,2 0 0,-7 1 0,-10 1 0,11-1 0,10 1 0,-7 1 0,5 1 2195,25-4-2195,-25 5 0,-3 1-502,12-2 502,-13 0 0,5 1 3034,23-1-3034,-35 5 0,-7 0 3958,12-1-3958,-2-1 0,-13 1 0,-1-1 0,12-1-834,-11 1 834,7-3 0,-13-1 0,-1 1 0,15-2 0,-7 1 0,15-2 0,-7 0 0,0 0 0,-4-1 0,1 0 0,6 0-4069,-14 0 4069,13 0 0,-8 0 0,0 0-827,-4-1 1,-1 0 0,8 0 826,18 0 0,0 1 61,-17-1 1,-8-1 0,5 2-62,-4 5 0,9 1 0,7-4 0,-13 3 0,-12 1 0,14-1 0,15-4 0,-9 1 0,6 1 2932,28 1-2932,-32-4 0,-6-1 0,15 5 0,-11-5 0,-10-1 0,4 1 0,-4 0 0,8 1-1364,16-1 1,1 1 1363,-21-1 0,-6 0 0,14 0 2494,23 1-2494,-16 0 0,-16 0 0,-3 0 0,10 0-1428,14 0 1,0 0 1427,-12 0 0,-10 0 0,-2 0 0,2 0 0,-6-1 0,1 0 0,8 0 1191,13 1 0,-2 0-1191,-4-2 0,-10-1 0,-2 1 0,5-1 0,12 1 4035,-2 0-4035,-19-5 0,4-1 0,38 7 763,-16-8-763,27 4 6412,0 0-6412,3-2 281,-3 2 0,5 2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3:46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26567 9351 24575,'26'0'0,"-5"0"-9831,20 0 8341,-28 0 4308,30 0-2818,8 0-2818,-32-2 2818,31 2 0,-22-7 0,4 4 4537,1-2-4537,20 5-4537,-42 1 4537,21 1 0,-2 0 0,-19-2 0,19 2 0,0 1-2382,-19-3 2382,19 4 1950,-6-5-1950,-15 2 3261,25-3-3261,-24 2-3971,24 0 3971,-20 0 0,10 0-771,4 0 771,-18 0 1168,16 0-1168,-9 2 0,-9-1 745,13 1-745,-15-2 4537,9 0-4537,-8 0 0,23 0 0,-19 2 0,39 1 0,-37 1 0,36 5 0,-40-5-1318,25 6 1318,-27-9-190,13 4 190,-12-5-4037,14 0 4037,-12 0 0,7 0 0,11 0 0,-18 2 868,18-2-868,0 7 0,-15-6 0,34 3 0,-36-4 0,24 0 0,-28 0 140,6-2-140,4 1 0,-11-1 0,26 4 0,-24-1 0,12 3 0,5 1 0,-15 0 4537,16 0-4537,6 1-4537,-4-5 4537,9 3 0,-16-4 0,-16 0 0,14-2 0,-8 1 0,34-3 0,-32 4 0,21 0-3034,5 6 3034,-21-2 1113,20 4-1113,-31-7-1199,19 5 0,4 1 1199,-5-4 1199,2 2 0,3 1-1199,13 3 0,-4-2 3585,-8-3-3585,7 1 0,10 1 0,-11-2-1664,-11-4 1664,23 0 0,-42 0 4537,17-2-4537,-13 1 0,11-3 0,-17 6 0,-12-2 0,6 1 6784,-8-4-6784,6 0 0,-4-6 0,4 6 0,-1-6 0,2 3 0,1-3 0,-3 6 0,3-3 0,-1 5 0,2-1 0</inkml:trace>
  <inkml:trace contextRef="#ctx0" brushRef="#br0" timeOffset="1548">28713 9039 24575,'4'5'0,"3"4"0,-2 1 0,0 0 0,-1-1 0,-3-5 0,7 10 0,-4-8 0,7 14 0,-2-3-6784,-1-4 6784,-1 3-4036,1-8 4036,-6-2-1007,6 3 1007,-5-4 0,8 6 0,-3-3 4286,12 10-4286,-9-9-671,9 4 671,-13-8 1428,3 2-1428,-7-3 0,2 1 0,-1 2 0,1-4-4537,6 12 4537,-7-10 0,9 12 0,-10-13 0,8 14 0,-5-12 0,3 11 0,-2-5 0,-2-2 0,2 8 4537,-5-10-4537,5 10 0,-6-12 6784,5 5-6784,-3-2 0,1-1 0,1 5 0,-2-3 0,1 6 0,-4-5 0,5 7 0,-5-10 0,2 3 0,-2 2 0,2-4 0,-1 15 0,1-10 0,-2 8 0,0-9 0,0 3 0,0-8 0,0 5 0,0-5 0,0 5 0,0-5 0,-2 1 0,1-4 0,-1 6 0,2-3 0,-2 8 0,1-8 0,-1 1 0,0 0 0,-1 3 0,-1 0 0,-1 4 0,0-8 0,2 1 0,1-4 0,-2-1 0,1 1 0,-11 6 0,8-7 0,-5 9 0,6-10 0,-10 14 0,7-7 0,-7 6 0,8-1 0,1-10 0,-1 7 0,0-3 0,2 2 0,0 3 0,3-5 0,2-6 0,2-2 0,1-3 0,-1 0 0,3 2 0,2-11 0,-2 7 0,4-8 0,-6 8-6784,9-12 6784,-9 9 0,10-11 0,-9 0 0,0 8 0,0-8 0,-2 7 0,-2 4 0,2-4 0,-2 2 0,0 3 0,0-9 0,-2 11 0,2-7 0,-2 8 6784,2-6-6784,0 1-6784,0-10 6784,0 9-4537,0-4 4537,0 8-3034,0-11 3034,0 9-341,0-9 341,0 12 2865,0-10-2865,0 7 4284,0-10-4284,0 11 0,-5-12 0,4 11 6406,-3-6-6406,0-5 0,1 8 0,-2-8 0,1-6 0,3 13-5643,-8-29 5643,8 29 0,-6-13 0,7 19 0,-2-13 0,0 8 0,-3-10 0,0 12 0,2-1 0,1 4 0,2 1 6784,-2-1-6784,-3 0 0,0 2 0,0-1 0,-1-3 0,3 1 0,-2-3 0,-6-2 0,7 4 0,-7-4 0,1-4 0,5 7 0,-2-7 0,5 10 0,2 0 0,-3 0 0,3 1 0,-2 1 0,2 1 0</inkml:trace>
  <inkml:trace contextRef="#ctx0" brushRef="#br0" timeOffset="2383">28735 9124 24575,'2'14'0,"0"0"-9831,5 0 8341,-2-4 1196,13 22 294,-13-21 0,10 17 0,-9-3 0,0-13-1556,3 31 1556,-6-32-906,1 24 906,-4-28 0,3 11 0,-3 1 0,0-10 85,0 29-85,0-29 0,0 15 1583,0-2-1583,0-14 584,0 24-584,0-24 0,0 11 0,0-13 4287,2 9-4287,-2 4 0,2-5-2239,-2 14 2239,0-21 0,0 9 2164,-6 1-2164,0 1 829,-1 2-829,-2 8 0,8-20 0,-8 22 0,8-22 0,-7 22 0,7-22 0,-6 17 0,7-18 0,-2 6 0,2-10 0,0-1 0</inkml:trace>
  <inkml:trace contextRef="#ctx0" brushRef="#br0" timeOffset="7121">26703 9322 24575,'-5'-13'0,"-8"-5"0,1 7 0,-13-7 0,14 9 0,-33-16-6784,33 20 6784,-20-14-2752,-3 8 2752,22 6 0,-38-8 0,37 11 0,-9-1 0,3-1 0,10 1 0,-30-4 0,28 4 0,-19-1-1785,3 1 1785,15 3 0,-14-2 0,6 2 0,12 0-3034,-25 0 3034,25 0 1892,-27 0-1892,26 0 0,-13 0 3024,5-2-3024,9 1 0,-29-1 0,27 2 0,-18 0 0,-10-2 216,21 1-216,-19-1 0,29 2-513,-30-2 513,17 2 922,-34-3-922,32 3 0,-9-2 0,-7-7 0,19 3-113,-12-1 1,1 0 112,15 4 0,-22-1-2282,9 4 2282,17 0-1346,-17 0 1346,23 0 0,-12 2 0,11 1 0,-18 1 0,20-1 0,-7-1 0,-5-4 0,9 1 3869,-9-1-3869,-7 2 0,13 0 5787,-14 0-5787,-2 0 1555,16 0-1555,-17 0 0,6-2 0,12 2 0,-13-2 0,-2-1 0,14 3 0,-14-2 0,6 2 0,10 0-6302,-22 0 6302,22 0 0,-10 0 0,1-5 0,9 4 974,-16-5-974,17 3 0,-12-1 0,12 1 0,-7 1 0,-3 0 0,9 1 0,-10-3 0,-10-1 0,15 2 6784,-18-4-6784,-17-4-6784,31 6 6784,-34-5-4537,2-1 4537,27 8 0,-29-9 0,-2-3 0,31 10 0,-30-9 0,0-3 1047,36 13-1047,-11-5 0,-4-2 0,-7-3 0,14 6 0,-13-9-90,18 11 90,11 2-3351,-33-11 3351,30 13 0,-24-12 1116,10 7-1116,7 1 0,-7-1 3331,1 0-3331,15 6 0,-34-10 0,35 8 100,-17-4-100,1-4 4357,14 7-4357,-19-5 2381,24 4-2381,-15 1 0,12 0 0,-20-2 0,23 3 921,-10 1-921,-9-5 0,14 6 0,-19-3 0,-12-5-2261,25 6 2261,-29-8-5535,-1-1 5535,27 7 0,-35-8 0,39 12-1442,-1-1 1442,3 2 2195,10-2-2195,-20-3 2269,15 0-2269,-16 0 0,11 1 0,2-1 0,-4 2-3295,-5-2 3295,13 5 0,-15 0 0,16 0 0,-3 0 0,6 0 0</inkml:trace>
  <inkml:trace contextRef="#ctx0" brushRef="#br0" timeOffset="21416">26707 9331 24575,'0'18'0,"0"-3"0,0-10-9831,-11 38 8341,8-29 1490,-9 28-2155,-6 1 2155,9-27 2155,-8 29-2155,2-10-1164,12-21 1164,-12 20 0,1 5 0,9-24 3961,-8 23-3961,5 7-3958,6-31 3958,-9 33-1871,0 0 1871,6-27 516,-8 29-516,13-41-1100,-12 21 0,-3 3 1100,7-12-1,-6 12 0,1-2 1,11-16 0,-16 22 0,-1 4 0,8-10 842,-7 5 0,-1 4-842,3-7 0,3-4 0,2-6 0,-4 6 0,-1 4 0,3 0 0,1-4 0,1-6 1517,-1 5 0,0 6-1517,-8 8 0,1-4-3034,6-6 3034,-5 7 0,-3 4 0,-1 5 0,3-5 2905,5-14-2905,-6 20 0,-5 13 0,6-12 0,7-17 0,-1 5 0,0 7 0,0 11 0,4-5-248,1-12 248,0 1 0,-2 11 0,-1 1 0,3-12 4350,-1 2-4350,-3 1 0,-3 8 0,3-12-4225,5-16 4225,-17 29 0,22-44 1126,-22 34-1126,14-21-1567,-9 16 0,1-1 1567,10-17 0,-9 19-2285,-1 2 2285,12-24 2285,-9 23-2285,2-1-636,10-23 636,-10 23 0,11-33 0,-5 28 0,1-20 0,-1 20 3103,5-25-3103,-8 21-2387,7-15 2387,-8 15 0,9-24-154,-11 24 154,5-17 0,-6 14 0,0 1 0,8-16 0,-11 16 0,6 3 0,4-18 0,-5 18 0,0 2 0,4-15-350,-4 18 0,0-2 350,5-17 0,-4 21 3034,7-31-3034,-7 33 0,6-24 0,-6 24-3034,1 4 3034,7-27 3034,-8 29-3034,0-3-3034,6-25 3034,-7 24 1147,-3-8-1147,10-20 0,-11 22 0,-1 3 0,11-20 0,-11 17 0,8-11 0,2-18 3601,-2 16-3601,13-23 2823,-2 2-2823,6-7 0,-7 4 0,1-2 0</inkml:trace>
  <inkml:trace contextRef="#ctx0" brushRef="#br0" timeOffset="22817">26602 9493 24575,'0'8'0,"0"-2"0,0 37 0,2-25-4916,-1 33 1,-1 3 3425,2-24 771,-1 7 1,1 8 0,-1-9 718,0-10-440,1 4 1,0-3 439,-2-19 0,3 20 0,1 5 0,-3-8-1015,4 30 1,1 1 1014,-3-26 0,1 7 0,1 8 0,0-7 0,2-5 0,-2 4 0,0-3 0,-3-20 0,2 20 0,0 13 0,0-6 0,-2 0 0,3 1 0,1 7 0,-3-12 0,-2-19 0,4 16 0,3 11 0,-1-4 0,-2-12 0,1 3 0,1 14 0,2 12 0,-1 0 0,0-13 0,-1-15 0,-1-4 1014,3 26 1,0 1-1015,-3-15 0,0-6 0,-1-4 0,0 1 0,0 3 0,1 2 0,-1-4 0,2-5 1517,-2 7 0,1 3-1517,11 17-2058,-13-35 2058,12 32 0,-3-8 0,-5-25 1538,5 24-1538,-11-38-759,11 24 759,-10-16 0,20 37 0,-18-37 0,20 41 0,-16-34 2284,8 14-2284,4 12 0,-14-28 0,12 21 0,-18-29-1810,23 42 1810,-16-33 805,15 35-805,-9-18 0,-1-2-3034,-5-10 3034,3 12 0,3 4 0,1-4 0,-1-3 0,-5-3 0,8 10 0,6 7 0,-5-10 0,-6-16 0,2 10 0,2 2 0,10 5 0,-21-20 0,21 21 3034,-15-8-3034,-5-5 0,8 21 0,-12-24 4537,2-3-4537,3 3 0,-3-12 0,11 26 0,-9-23 6784,5 7-6784,-4-14 0,-2-4 0,0 0 0,4 6 0,-6-2 0,8 19 0,-10-14 0,3 17 0,-4-20 0,2 3 0,1-7 0,1-4 0,1 1 0,-2-1 0,-1 2 0</inkml:trace>
  <inkml:trace contextRef="#ctx0" brushRef="#br0" timeOffset="24412">26759 9353 24575,'-12'-3'0,"0"-1"0,1-1 0,3-2 0,-4-7 0,7-1 0,0-8 0,3 9 0,2-12 0,9-12-522,-4 9 522,10-24 0,2 2-1096,-3 18 1096,-4 3 0,-1 2 0,-3 10 0,5-11 0,2-3 0,10-18-642,-11 24 0,1-1 642,4-8 0,3-3 0,-4 7-1841,-3 5 1841,5-15 0,5-12 0,-4 12 0,-6 17 0,2-9 0,4-11 0,-1 5 0,-3 12 0,-1-1 0,3-9 0,0-5 0,0 1 0,0-4 0,-2 2 0,-2 9 0,-1 0 0,-1-10 0,-2 7 0,-2 20 0,1-18 0,1 1 915,-3 20-915,3-14 0,1-3 0,5-9 0,-4 6 0,1 0-5516,5-16 5516,-7 17-3145,5-2 3145,-13 26 1168,13-25-1168,-5 9 0,0-12 0,-1 11 0,-3-12 4537,0 17-4537,3-26 0,-1 11 6784,-4 6-6784,3-13 0,-4 33 0,4-36 0,1 6 0,2-11 0,-2 14 0,1 2-475,1 0 475,-2 5 0,-1 3 0,-3 13 0,11-36-6626,-7 20 6626,4-2 0,1-3 0,-3 15 317,-2-1-317,5-10 0,-12 23 0,12-20 0,-11 21 6784,10-22-6784,-8 9 0,5-3 0,0-19 0,3 10 0,-4-3 0,11-13 0,-8 19 0,0 3 0,1-2 0,8-18 0,1-4-6784,-7 6 6784,-2 16-4537,-5-4 4537,-5 24 0,5-22 0,-4 5 0,4 3 0,-3-15 4537,5 12-4537,-1-10 6784,2 8-6784,-1-6 0,0 14 0,1-22 0,-1 25 0,-2-14 0,-2 15 0,0-7 0,-3 5 0,2-1 0,-3 11 0,3-10 0,-3 10 0,7-12 0,-4 5 0,5-1 0,0-6 0,1 5 0,2-11 0,1 3 0,-3 3 0,2 1 0,-7 8 0,1-1 0,-3 5 0,2 0 0,0-2 0,-3 6 0,4-7 0,-2 1 0,2-4 0,3-6 0,3-1 0,-3 3 0,8-4 0,-13 8 0,7-2 0,-6 6 0,-3 5 0,0 3 0</inkml:trace>
  <inkml:trace contextRef="#ctx0" brushRef="#br0" timeOffset="45228">23279 8644 24575,'-5'10'0,"-1"-3"-9831,-8 12 8341,7-15 1490,-9 15 2818,12-16-2818,-18 20-1864,15-13 1864,-15 13-3350,7 5 3350,9-17 0,-9 17 3350,15-24-3350,-6 30 0,4-19-1675,-1 18 0,0 0 1675,3-19 0,0 23-638,-5-3 638,4-22 3034,-5 24-3034,1 1 0,2-22-1517,-4 15 0,1 1 1517,4-18 0,-7 18 611,9 3-611,0-21 0,0 20 0,0 0 0,0-15 0,0 21 0,0 5 0,0-25 0,0 18 0,0 1 0,0-21 0,3 19 2423,-3-32-2423,6 26 0,-5-19 0,6 40 0,-7-41 0,2 18-3034,3-10 3034,-4-8 0,15 26 0,-12-26 0,8 13 0,-1 7 0,-5-15 0,10 37 0,-11-37 1220,12 31-1220,-14-34 0,31 33 0,-25-31 3638,32 21-3638,-9-26 0,-5 4 0,18-8 0,-32-5-1819,22 5 0,1 1 1819,-13-2 3638,30 7-3638,-14 1 0,-3 1-1824,-10-3 1824,10 2 0,6 1-1517,2 0 0,-4-3 1517,-3 1 1456,2 0 1,6-1-1457,7 0 0,-5-2 0,-7-2 0,-2-1 0,11 2 0,0-1 0,-12-2-2994,-2 1 2994,10-1 0,-6-1 2994,-31-3-2994,43 0 0,-31 0 0,29 0-2913,-21-11 2913,-18 9 3034,24-13-3034,0 9 0,-9 1-1517,23 6 0,2 1 1517,-23 0 1463,6 2 1,6 0-1464,16 1 0,-4 0 3945,-9-3-3945,0 1 0,13 1 0,0 0 0,-13-2-4306,2-1 4306,5 0 0,-4 0 4306,-28-1-4306,40 0 0,-29 0 76,8-1 1,-4-2-77,-20 0 546,10-4-546,-14 4 0,24-1 0,-19 4 0,17-3 0,-23 3 0,45 7-4537,-32-4 4537,31 4 0,-44-3-3034,40 1 3034,-32-2 758,32 1 1,-44-4-1,1 0 1</inkml:trace>
  <inkml:trace contextRef="#ctx0" brushRef="#br0" timeOffset="52908">26703 5219 24575,'-13'4'0,"4"-1"0,2 2 0,0-1 0,1-1 0,-3 6 0,4-6 0,-6 8 0,7-8 0,-4 12 0,5-8-6784,0 25 6784,1-23 0,2 15-4537,2-5 4537,1-10 0,-1 10 0,1-14 0,7 14 0,-7-10 0,18 17 0,-19-20 0,11 5 0,-11-6 0,3-5 4537,-2 0-4537,5-20 6784,-4 11-6784,3-15 0,-5 18 0,-2-3 0,-4 7 0,0-1 0,-3 1 0,5-7 0,0 3 0,4-12 0,-2 12 0,2-10 0,-2 11 0,0-5 0,0 6 0,0-1 0,0-6 0,0 4 0,-10 2 0,5 6 0,-8 4 0,3 1 0,5-5 0,-2 6 0,0-3 0,4 2 0,-6-2 0,4 1 0,-4-3 0,5 3 0,-2-2 0,-1 3 0,3-3 0,-4 2 0,3 3 0,0-4 0,-7 11 0,4-4 0,-1-1 0,2 0 0,2-9 0,2 5 0,-7-3 0,-1 8 0,-2-7 0,-7 15 0,14-14-6784,-16 19 6784,17-17 0,-8 6-3126,2 0 3126,6-9 0,-8 7 0,4 0 0,5-7 0,-7 5-3501,4 4 3501,1-11 2769,-9 19-2769,8-16 2353,-10 16-2353,10-16-4039,-12 18 4039,14-18 0,-10 11 0,-5 5 0,11-12-401,-11 13 401,18-20-2331,-20 30 2331,13-25 0,-15 25 2684,21-30-2684,-20 26 0,17-17 4015,-15 16-4015,2-1 0,10-16 0,-26 28 0,24-30 0,-17 18 0,23-19-2960,-17 19 2960,18-21 2872,-16 29-2872,16-27 0,-9 14-1134,2-1 1134,4-12 0,-15 30 0,15-30-3610,-15 32 3610,17-33 0,-8 16 1678,4 1-1678,3-12 0,-5 9 373,-1-2-373,6-15 0,-12 28 0,12-26 0,-9 22 0,9-23 0,-1 10 380,-2 0-380,8-7 0,-8 7 0,2 4 0,1-11 0,-13 31 0,13-27 628,-19 28-628,19-33 961,-18 31-961,9-13-2816,1 2 2816,4-4 0,8-18 0,-10 21 0,5-16 0,-4 15 1203,9-20-1203,-6 23-964,5-18 964,-7 20-482,5-3 482,2-15 0,-4 13 4086,5-5-4086,-1-12 0,-1 18 0,3-20 1362,-1 12-1362,2-12 0,-2 15 0,1-13 0,-1 24 0,2-21 0,0 34 0,0-33 6784,0 16-6784,0-6-3800,0-13 3800,-2 12-5525,2 9 5525,-3-19 0,3 23-3695,0-1 3695,0-17 0,-2 16 0,0-10 1396,-3-15-1396,2 14 4387,-1-13-4387,3 5 6559,-1 0-6559,2-2 0,0-2 0,0-4 0,4 4 0,2-2 678,-1-2-678,1 2 0,-3-2 0,2 2 0,-1-2 0,1 2 0,2-2 0,-2-3 0,8 4 0,-2-4 0,1 2 0,9-2 0,-9-2 0,7 2 0,2 3 0,-9-2 0,7 2-6784,2 3 6784,-13-6 0,12 6 0,-7-5 0,-6 1 0,8-1 0,-6-1 0,2 0 0,0-1 0,2 1 0,-6-2 0,8 0 0,10 0 0,-5 0 0,7 0-557,12 4 557,-9-1 0,6 4 0,19 2-878,-41-6 878,41 6 6073,-46-9-6073,39 7 225,-36-6-225,26 3 0,-31-2 0,23-1 0,-19 1 0,13-2 0,-11 0 0,-8-2 1329,5 1-1329,-5-3 0,0 3 0,4-3 592,-4 3-592,2-1 0,2-2 0,-3 3 0,3-3 0,4 2 0,-4-1 0,4 0 0,5-1 0,-11 3 0,10-3 0,8 1 0,-14 1 0,19 0 0,-22 0 0,33 1-642,-24-1 642,26 2 0,-28-3 0,25-2 0,-10-3 0,3 3 0,3-4 0,-20 6 0,9-4 0,-1 2 642,-17 2-642,13 1 0,-11 2 0,-1 0 0,-1-2 0,-3 2 0,1-3 0,2-1 0,9 1 0,-5-6 0,3 6 0,7-8-6784,-8 5 6784,7-3-4537,6-3 4537,-17 6 0,17-3 0,-2-2 0,-8 3 0,8-2 0,-4-5 4537,-12 12-4537,9-12 6784,-2 4-6784,-8 2-6784,19-13 6784,-18 13 0,7-5 0,2-2 0,-7 7-4537,16-9 4537,-19 10 0,8-1 0,-4-2 0,0 5 0,1-6 4537,5-1-4537,-10 4-4537,15-14 4537,-13 14 4537,2-4-4537,0 0 0,-7 6 0,6-9 0,-7 13 0,0-3 0,-1 3 0,0-4 6784,-2 2-6784,4-4 0,-3 3 0,1-1 0,-2 3 0,0-3 0,0 1 0,0-1 0,0 0 0,-2 4 0,-1-1 0,-2 2 0,-1 1 0,-2-1 0,1 4 0,2 1 0,-8 18 0,6-1-3392,-4 10 0,0 2 3392,4-5 0,-6 22 0,12-41 0,-3 35-1187,4-31 1187,-3 29 0,3-35 0,7 17 0,-4-14 0,4 10 6196,4-16-6196,-7-3 0,7-1 0,2-5 0,-6 3 1775,14-13-1775,-14 9 0,8-6 0,1-3 0,-6 9 0,5-9 0,-4 3 0,-5 6 0,5-6 0,-2-5 0,-3 8 0,1-8 0,-5 0 0,-2 11 0,0-9 0,0 11 0,0-6 0,0 5 0,-2-3 0,-10 7 0,3 2 0,-19 0 0,13 2 0,-15 2 0,19 2 0,-2 5 0,10-6 0,-1 7 0,5-11 0,0 2 0,4-9 0,-3 3 0,2-2 0,-3 3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5:26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9456 5472 24575,'4'57'0,"0"0"0,-2-10 0,1-6 0,3-7-875,-2-24 875,2 27-7972,12-16 7972,-10-4 0,11 2 1767,-14-14-1767,17 4 0,-12-5 0,10 2 0,0-8 296,-8-3-296,17-11 0,-18 6 0,9-12 6784,-17 16-6784,20-29 0,-4 4-3392,4-10 0,0-1 3392,0 2 0,-6 7 0,2-3-2269,0-4 1,-2 2 2268,4-4-1517,3-9 0,-2 4 1517,-14 28-1015,11-12 1,1 0 1014,-9 15 1014,6-6 1,0-3-1015,0-5 3034,-6 11-3034,4-12 0,-12 26 4537,1 0-4537,-1 7 0,1-1 6784,-3 10-6784,3-8 0,-4 4 0,3-5 0</inkml:trace>
  <inkml:trace contextRef="#ctx0" brushRef="#br0" timeOffset="850">19708 5315 24575,'10'26'0,"3"1"0,3 22 0,-6-19 0,8 21 0,-7 0-3511,-4-33 3511,2 32-5075,-1-23 5075,-6-11 0,6 10 0,-1-17 0,-3-1 0,4-1 0,-3-5 0,0 0 0,16-4 0,-12 4 0,14-9 0,8-13 0,-5-2-684,3-7 0,10-11 1,2-5-1,-5 6 684,-10 8 0,-2 2 0,4-7 0,-4 4 0,5-6 0,3-4 0,2-4 0,1-1 0,-1 0 0,-1 3 0,-4 3 0,-5 7 0,9-13 0,-6 7 0,2-5 0,-2 4 0,4-7 0,2-3 0,-2 2 0,-3 5 0,-7 11-641,-4 7 0,-1 0 641,5-12 0,5-11 0,3-5 0,-3 3 0,-4 10-1305,0 3 1,0 0 1304,-1-1 0,5-9 0,0-2 0,-2 6 0,-9 15 2609,-4 9-2609,7-7 0,2 1 1671,-5 6-1671,17-23 1554,-19 33-1554,-6 9 0,4-5 0,-9 10 0</inkml:trace>
  <inkml:trace contextRef="#ctx0" brushRef="#br0" timeOffset="1803">6373 10142 24575,'2'24'0,"-1"-7"0,9 22 0,-5-26 0,10 38 0,-1-20 0,-5 0 0,8 10-6784,-9-20 6784,-1 1-4537,4 6 4537,-10-21 0,9 19 0,-4-10 0,8 5 0,-8-6 4537,2-9-4537,1-14 0,-3 3 0,14-25 0,-7 5 0,2-4 0,10-19 0,1-1 0,-8 15 0,0 1 0,2-5 0,1-2 0,-3 10-496,-4 11 496,8-16 0,4-5 0,-3 15 0,-1 2 0,-4-1 0,1 0 0,12-7 0,-3 4 0,-16 13 0,13-8 0,7-2 0,3 4 0,1 1 0,-11 2 0,2 1 0,22-9 0,-7 5 0,-29 12 0,34-16 0,-36 18 0,21-12 0,-22 14 0,12-11 0,-19 13 0,4-4 0</inkml:trace>
  <inkml:trace contextRef="#ctx0" brushRef="#br0" timeOffset="2654">11550 10067 24575,'0'9'0,"0"7"0,0-7 0,0 10 0,6 0 0,-4-4 0,10 8 0,-6-10 0,4 1 0,-4-4 0,-1-6 0,2-4 0,-2 0 0,2-2 0,2-7 0,-5 3 0,6-12 0,-2 1 0,-1 3 0,7-10 0,-11 17 0,14-17 0,-12 19 0,12-19 0,-11 19 0,15-19 0,-2 2 0,-1 3 0,0-2 0,1-1 0,9-4 0,4-6 0,-3 4 0,-3 2-1299,-13 11 1299,17-19 0,0 0 0,-17 18 0,10-8 0,9-8 0,-4 4 0,-6 6 0,0 1 0,10-10 0,1-2 0,-7 5 0,-6 5 0,-10 10 0,20-26 0,-22 29 0,2-3 0,-6 8 0</inkml:trace>
  <inkml:trace contextRef="#ctx0" brushRef="#br0" timeOffset="10286">18575 9581 24575,'8'7'0,"0"0"0,-1 2 0,-1-5 0,0 4 0,1-3 0,-4 0 0,4 6 0,-5-5 0,2 1 0,5 20 0,-2-16 0,1 16 0,-1 1 0,-1-12 0,3 27 0,-7-33 0,2 3 0,-3-11 0,1-2 0</inkml:trace>
  <inkml:trace contextRef="#ctx0" brushRef="#br0" timeOffset="10703">18687 9963 24575,'11'-18'0,"2"5"0,-12 8 0,11-2 0,-8 2 0,7-4 0,-4 2 0,9-5 0,-7 5-2908,7-3 2908,-12 7 0,22-19 0,-16 11 0,20-11 685,-22 10-685,12-4 0,-11 6 0,7-7 0,-12 12 0,3-9 0,-2 6 0,0-4 0,-1 1 555,-3 5 1,1-3 0,-2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5:56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13477 6549 24575,'6'41'0,"0"0"0,0 0 0,-1 18 0,5-19 0,14-42 0,-15-1 0,21 0 0,25-2-8503,-30 5 8503,5-2 0,0 1 1233,0 1-1233,10-1 0,11 0 0,-6 0-2188,-16 1 0,0-1 2188,18 0 0,6 0 0,-14 0-543,-23 1 543,20 1 0,17 2 0,3-1 0,-10 1 0,-12 0 0,0 0 0,6-1 0,7-1 0,3 2 0,-2 0 0,-1 2 0,1 1 0,-3 0 0,-7-1-85,-8-1 0,1-1 85,11 2 0,12 2 0,4-1 0,-6 0 0,-14-1 0,-1 0 0,10 1 0,-6-2 532,-32-4-532,36 0 0,-24 0 0,16-2 0,-1-2 0,-20 0-1011,13-3 1,-1-2 1010,-17 3 1642,37-7-1642,-35 7-1371,25 4 1,4 2 1370,-11 0 0,17 4 0,15 3 0,-9-1 0,-22 0 0,-1-1 0,7 0 0,4 1 0,-8-1 1953,0 0-1953,3-4 0,9-1 0,-6 1 439,-12-1 1,2 0-440,10-1 0,12-2 0,4 1 0,-3-1 0,-11 1 0,-6 1 0,-1-2 0,12-3 0,11-4 0,-2 1 0,-13 1 0,1 1 0,1-5 0,-7 1 4144,-31 9-4144,25-13 259,-21 12-259,19-29 0,-27 25 928,-1-15-928,2 6 0,-1 9 0,2-9 0,3-1 0,-4 9 0,7-25 0,-6 25 0,4-29 0,-6 28 1696,1-17 0,-4 22 0,0-3 0</inkml:trace>
  <inkml:trace contextRef="#ctx0" brushRef="#br0" timeOffset="20784">2932 4710 24575,'0'0'0</inkml:trace>
  <inkml:trace contextRef="#ctx0" brushRef="#br0" timeOffset="22414">23683 4485 24575,'5'-3'0,"2"-1"0,-2 4 0,4-5 0,-2 3 0,3-3 0,-5 0 0,-3 0 0,-4 3 0,-1-1 0,1 3 0</inkml:trace>
  <inkml:trace contextRef="#ctx0" brushRef="#br0" timeOffset="23122">2737 6935 24575,'0'0'0</inkml:trace>
  <inkml:trace contextRef="#ctx0" brushRef="#br0" timeOffset="23880">23871 6868 24575,'7'-2'0,"4"-1"0,-5-4 0,5 4 0,-8-2 0,1 5 0</inkml:trace>
  <inkml:trace contextRef="#ctx0" brushRef="#br0" timeOffset="47487">2897 9516 24575,'0'0'0</inkml:trace>
  <inkml:trace contextRef="#ctx0" brushRef="#br0" timeOffset="48513">10763 9449 24575,'0'0'0</inkml:trace>
  <inkml:trace contextRef="#ctx0" brushRef="#br0" timeOffset="49422">17467 9250 24575,'3'6'0,"-1"-2"0</inkml:trace>
  <inkml:trace contextRef="#ctx0" brushRef="#br0" timeOffset="50463">25865 9438 24575,'0'0'0</inkml:trace>
  <inkml:trace contextRef="#ctx0" brushRef="#br0" timeOffset="94314">13830 10777 24575,'0'26'0,"0"12"0,0-29-9831,4 25 8341,-1-26-665,4 22 2155,-4-22 1805,-1 9-1805,0-14 0,5 24 0,-4-17-1459,3 20 0,-1 0 1459,-2-13 0,2 20 736,-1-1-736,-4-22 0,2 16 0,1 0 0,-3-17-2019,4 38 2019,-3-41 0,7 43 0,-6-39 58,2 17 0,0 2-58,-3-16 0,1 13 0,0-1 0,-2-16 0,3 15 2340,-3-23-2340,0 20 1123,0-13-1123,0 15-1088,0 11 1088,0-25 0,0 25 0,0 7 0,0-22 0,0 23 0,3-9 0,1-2 2060,-3-6-2060,3 25 0,-1-1 0,-3-30 0,0 22 2326,0-17-2326,0-16-3804,0 33 3804,0-33-1273,0 18 1,0 1 1272,0-14 0,2 30 0,-1-16 0,-1-2 0,2-7-520,-2 10 0,0-4 520,0-21 0,-2 21 0,0 3 0,1-11 1014,-2 9 1,-1 2-1015,-1 2 278,2-18-278,-1 15 3171,2-14-3171,1-5 4742,1 5-4742,1-7 0,1 2 0,0-1 6164,-1 2-6164,3-2 0,-2 1 0,1-5 0,-1 3 0,-2-5 0,0 1 0,8-2 0,-1-1 0,4-2 0,23-7 0,-20 4-3392,22-5 0,1 0 3392,-21 2 0,33-3-4537,-12-2 4537,-20 9 0,22-7 0,-19 5-430,-10 3 430,12-3 4324,-19 2-4324,7 1 6465,-6-1-6465,13 2 0,-8 0 0,36 0-2869,-28 0 2869,24 0-2758,-8-1 1,-1 0 2757,-7-2 0,6 2 0,6-1-1844,14-4 0,-4-1 1844,-11 4-1234,15-4 1,-5 1 1233,-32 5-442,21-2 1,3-1 441,-9 3 1014,8-2 1,-1-1-1015,-4-1 0,-18 2 3034,16-4-3034,-24 7 0,8 2 0,-5-1 0,17 3 0,-16-4 0,45 0 0,-36 0 0,30 0 0,-13 0 0,-3 0 0,-5 0-1517,8 0 0,-4 0 1517,-25 0 0,31 0 0,-25 0 0,30 0 0,-35 0 3034,4 0-3034,-6 0 0,16-6 0,-11 4 0,38-7 0,-33 9 1479,19-2-1479,-26 4-1762,33 9 0,5 2 1762,-13-6-1178,13 7 0,-4-2 1178,-29-10 0,22 4 0,2-1 0,-12-1 683,12 1 1,3-1-684,-10-4 0,-3 0 0,-5 0 0,32 0 0,-48 0 1252,24-2-1252,-18 1 3655,23-5-3655,-23 3-932,-1-2 932,-1 3 0,17-5 0,-15 3 5003,15-2-5003,-2-3 0,-17 7 3647,17-8-3647,-19 4 0,-1-1 0,0-2 0,-4 4 1730,1-2-1730,-9-13 0,4 11 0,-7-30 0,9 30 0,0-41 0,0 39-3392,8-21 0,1 0 3392,-5 18 0,13-25 0,-17 35 0,8-27 0,-6 16 0,9-34 0,-11 36 0,0-24 0,0 29-4537,-5-31 4537,5 29 0,-2-14 0,2 19 0,0-29 370,0 19-370,0-22-3156,2 0 3156,-2 23 0,3-25 0,-3-1 0,0 22 0,0-22 0,-3 0 2786,3 23-2786,-1-15 0,0 1 1053,1 18-1053,0-15 0,0-3 0,0 20 0,4-38 0,-3 39 0,3-14 0,-4 19 0,0-25 0,0 17-1691,1-22 0,0-2 1691,0 18-49,1-29 49,-2 39 0,0-39 0,0 31-1456,0-28 1456,0 40 1678,6-23-1678,-4 15-677,8-41 677,-7 38 656,1-13 1,-1 0-657,0 13 0,-2-14 0,-2 1 0,-2 16 0,-6-41 0,3 41 0,-1-16-1134,-8 3 1134,12 17 0,-12-15-1558,4 10 1558,6 7 2450,-10-6-2450,-1-3 1264,6 11-1264,-8-10 0,1 4 0,9 4 0,-10-4 0,-10-4 0,13 10 4290,-16-9-4290,-15 6 2404,28 6-2404,-28-6-2543,10 8 0,1 1 2543,8-3-1504,-10 3 1,5 1 1503,23 0-1424,-32 11 1424,21-6 1525,-22 6-1525,-1 5 0,29-12 0,-20 7 0,0 0 0,21-8 0,-21 5 3647,29-8-3647,-25 5 1201,19-3-1201,-22 4-4045,0-5 4045,19 0 4045,-20-1-4045,3-4 0,1-1-2652,10 2 2652,-12-2 0,-5-1-1195,1 2 1,2-1 1194,-1-1 0,-2 2 0,4 0 0,20 0-1055,-19 2 0,-3-1 1055,6-3-246,-12 3 0,-11 0 1,10 0 245,12-4 0,-13 3 0,6 0 0,29 0 0,-24-1 0,-16-1 0,6 0 0,-5-2 485,11 3 1,-6-2-1,-1 2-485,-4 0 0,0 1 0,8 1 0,-7 0 0,1 1 0,-14-1 0,0 0 0,16 0 0,4 1 0,-14 2 0,8-1 2862,34 0-2862,-27 4 0,-4 1 0,15-4 0,-9 2 0,-4 0-1258,3-2 0,5-2 1258,8 1 906,-21 0 0,3 0-906,29-1 0,-32 0 0,35 0 0,-14 0 0,3 2 0,9-1 983,-19 7 0,25-6 0,-5 4 0</inkml:trace>
  <inkml:trace contextRef="#ctx0" brushRef="#br0" timeOffset="109714">5369 11906 24575,'26'-2'0,"-5"0"0,-16 2-9831,42-5 8341,-32 3 637,34-3 853,-44 5-673,27-4 1,6-2 672,-14 3-1153,32-8 0,-1-1 1153,-35 6 2306,26-9-2306,-28 6 2198,-11 3-2198,11 5 4537,-16 3-4537,3 7 6784,-5-9-6784,2 0 0,2-7 0,-3 1 0,6 2 0,-7 1 0,2 3 0</inkml:trace>
  <inkml:trace contextRef="#ctx0" brushRef="#br0" timeOffset="110230">6049 11578 24575,'11'17'0,"-4"-9"0,16 20 0,-15-23 0,9 10 0,7-4 0,-15-6 0,15 5 0,2-2 0,-16-3 0,15 4 0,-9-5 0,-15 5 0,10-3 0,-17 3 0,-3 8 0,2-14 0,-4 14 0,-14 11 0,15-17 0,-13 19 0,-3 0-2905,18-19 2905,-18 21-5822,2-12 5822,16-10 0,-15 8 0,22-23 0,-1 2 0,4-11 485,1 8 1,0 0 0,-1 3 0</inkml:trace>
  <inkml:trace contextRef="#ctx0" brushRef="#br0" timeOffset="110979">3654 14609 24575,'5'-8'0,"6"-3"0,-4 5-9831,18-7 8341,-16 9 1490,10-2-2155,9 6 2155,-18 0 2155,18 0-2155,0 0 0,-17 0 0,25 0 0,-29 0 0,8 0 0,-6 0 4537,3 0-4537,-2 0 6784,3 2-6784,-7-2 0,1 3 0,-5-3 0</inkml:trace>
  <inkml:trace contextRef="#ctx0" brushRef="#br0" timeOffset="111431">4061 14378 24575,'23'5'0,"-2"0"-9831,10 1 8341,-18-4 1490,19 4-2155,-2 6 2155,-16-8 715,13 10-715,-22-13-966,12 14 966,-9-12 0,22 18 0,-24-17 3346,8 5-3346,-7-1 5002,-1-6-5002,-6 6 2817,-1-5-2817,-19 6 2562,12-6-2562,-16 6 0,17-9 0,-6 2 0,-5 3 0,10-4 0,-9 3 0,-7 2-1124,14-4 1124,-14 6-6412,2 9 6412,13-10 0,-10 12 0,14-19 0,-2 15 0,4-12 0,-4 10 0</inkml:trace>
  <inkml:trace contextRef="#ctx0" brushRef="#br0" timeOffset="112163">11965 14754 24575,'0'7'0,"0"7"0,5-8 0,21-1 0,-14-4 0,17-10 0,0-2 0,-13 5 0,17-8 0,1-2 0,-15 8 0,11-4 0,1 0 0,-9 3 0,8-2 0,-18 6 0,-11 11 0,1-2 0,0 10 0,-1-11 0,1 1 0</inkml:trace>
  <inkml:trace contextRef="#ctx0" brushRef="#br0" timeOffset="112616">12386 14446 24575,'6'13'0,"-2"-4"0,11 12 0,-11-13 0,17 19 0,-9-10 0,9 6 0,-9-11 0,-5-1 0,-5 5 0,-2-6 0,-2 5 0,-1 14 0,0-20 0,-1 23 0,1 3-5487,1-21 5487,-3 18-1216,3-11 1216,-3-16 0,2 16 0,-1-21 0,-3-2 0,3-1 0,-8-6 0,4 3 5041,-7 2-5041,3 4 0,4 0 0,4 2 0</inkml:trace>
  <inkml:trace contextRef="#ctx0" brushRef="#br0" timeOffset="113515">22174 14744 24575,'-8'3'0,"37"1"0,-21-3 0,29 1 0,5-7-8503,-28 2 8503,29-2-2818,-1-5 2818,-27 5 0,27-4 0,-12-1-2273,-19 8 2273,19-9 3411,-13 6-3411,-5-2 1275,0 3 0,-6 1 0,-11 5 0</inkml:trace>
  <inkml:trace contextRef="#ctx0" brushRef="#br0" timeOffset="113965">22579 14446 24575,'-4'3'0,"-3"9"0,1 6 0,2-2-9831,6 20 8341,1-26 2055,20 30-565,-14-33 0,11 14-1890,-3-14 1890,-12-1 0,19 0 0,-18-4 3881,9 3-3881,-11-2 0,5 12 0,-9-8 0,2 6 0,-2 9 0,0-14 1981,0 14-1981,2-5 0,-1-9 0,-1 16 0,-3-20 6784,-8 6-6784,4-9 0,-17 1 0,16-2-6784,-26 4 6784,25-3 0,-13 4-4158,-4-3 4158,18 0 0,-18 1 0,0 9-2505,15-7 2505,-17 8 1351,4 21-1351,14-19 0,-12 17 0,20-28 0</inkml:trace>
  <inkml:trace contextRef="#ctx0" brushRef="#br0" timeOffset="122081">10235 17680 24575,'33'-3'0,"-3"1"-9831,20 2 8341,-26 0 1490,26 0-935,-19 0 1,-3 0 934,-7 0 2148,31 2-2148,-18 3 0,-23-2 0,19 1 0,2 2 0,-16-4 0,13 3 0,0 1 0,-11-3 0,14 1 1265,-2 1-1265,-19-5 0,14 2 0,-22-2 0</inkml:trace>
  <inkml:trace contextRef="#ctx0" brushRef="#br0" timeOffset="122698">11071 17501 24575,'0'22'0,"0"-11"0,6 15 0,8-20 0,0 3 0,-1-5 0,13-1 0,-19-1 0,27 0 0,-18-2 0,8 0 0,-10 2 0,10 14 0,-16-8 0,11 15 0,-16-17 0,-16 16 0,7-17-3045,-16 12 3045,17-16-5775,-28 18 5775,22-15 0,-21 15 0,26-18 0,-31 24 0,21-16 0,-20 15 0,8 2 352,21-16-352,-19 13 0,10 3 0,4-16 0,-13 32 0,19-31 5038,-9 18-5038,13-21 0,-6 3 0,7-8 0,-1-1 0</inkml:trace>
  <inkml:trace contextRef="#ctx0" brushRef="#br0" timeOffset="124902">11513 17923 24575,'11'17'0,"-1"1"0,-7-13-9831,14 37 8341,-9-28 4308,7 27-2818,-2-5 0,-10-24 1719,13 35-1719,-12-42 0,7 8 0,-6-13 0,19-6 0,8-2 3496,-5 0-3496,5 1-5695,24 3 5695,-35 3 0,34-3 0,0-1 0,-29 4 0,30-3 0,2 0 0,-23 3 0,5-3 0,8 0 0,-9 0-2338,-8 2 2338,6-1 0,-4-1 4537,-23 2-4537,21 0 0,3-1 0,-6-2 0,5 2 0,1 1 0,5-2-4107,-26 3 4107,21-1 2544,-5 4-2544,-17-1 0,39 7 0,-40-6 0,17 6 0,-9-3 0,-11-2 0,12 3 0,-17-7 5197,3 2-5197,-3-3 3150,4 2-3150,-5 2 0,1-1 0,-3 1 0</inkml:trace>
  <inkml:trace contextRef="#ctx0" brushRef="#br0" timeOffset="126590">13049 17824 24575,'0'34'0,"0"-7"0,0-22 0,2 21 0,-2-16 0,2 24 0,-2-27 0,0 8 0,0-10 0,3 6 0,-1-7 0,1 4 0,3 6 0,-5-7 0,5 14 0,-5-14 0,3 2 0,14-1 0,-10-6 0,11 4 0,3-6-1056,-13 0 1056,14 0-6434,2 0 6434,-14-2-3626,32-1 3626,-34-2-3102,36-2 3102,-37 2 0,21 0-1847,4-8 1847,-17 11 2187,21-9-2187,-7 9 0,-17 1 2557,30-5-2557,-31 1 4537,8-1-4537,-12 0 6784,-2 5-6784,-4-1 0,3 6 0,0 0 0,2 2 0,-2-3 0,0 1 0,1-1 0,-3-1 0,4 1 0,0-3 0,4 6 0,-2-5 0,0 4 0,-7-8 0,-2-2 0,0 0 0,2-6 0,-2 5 0,3-10 0,-1 13 0,-2-8 0,2 8 0,-2-4 0,0 2 0,0 2 0,0 1 0</inkml:trace>
  <inkml:trace contextRef="#ctx0" brushRef="#br0" timeOffset="130249">14621 18306 24575,'5'5'0,"0"-1"-9831,14 24 8341,-11-17 1185,20 29 305,-23-32 2065,10 11-2065,-10-11 0,6-3 0,-1-1 0,17-4 0,-16 0 5409,16 0-5409,-12 0 0,-2 0 4152,0 2-4152,3 1 0,-7 0-6784,40-1 6784,-33-2 0,26 0-2269,-3 0 1,-1 0 2268,-5 0-486,12-1 0,11 2 486,-8 3 0,7 2 0,-1 1 0,-8-3-1356,-6-1 0,0 0 1356,6 2 0,7 2 0,3 1 0,-3-2 0,7 0 0,-2-2 0,-9 1 0,-17 1 0,0-1 0,23 0 0,9 1 0,-18-2 2594,-27-1-2594,35 2 0,5 0-2032,-21-2 2032,-4 0 0,7 2 0,3 0 0,-1 1 0,3 1 0,-1-1 0,-8 0 0,-7-2 0,0 1 0,11 0 0,10 2 0,-3 0 0,-17-2 1925,-18-2-1925,18 2 0,20 3 0,9 1 0,-1 0 0,-13-2-1280,-5 1 1,1 1 1279,5-1 0,12 1 0,3 1 0,-9-1 0,-17-2 1368,-14-2-1368,13 1 0,19 3 0,11 1 0,2 1 0,-4-2 0,-14-2 0,4-1 0,-1 0 0,-3 1 0,12 2 0,5 1 0,-1-1 0,-9-1 0,-14-2-238,10-2 238,-9-1 0,13 1 0,6-1 0,-2 1 0,-11-1 0,3 1 0,-1 0 0,-2 0 0,12-1 0,1 1 0,-6-1 0,-16-2 766,-3-1-766,0 0 0,11 0 0,2 0 0,-8 0 0,-10 0 0,-1 0 0,21 1 0,9-1 0,-6-1 0,-9 0 0,-8 0-1563,-7 1 1563,10-1 0,-4 0 2841,-27 1-2841,21-1 0,3-1 0,-6 2-1226,29-1 0,-1 0 1226,-31 1 0,3 0 0,2 0 0,2 0 0,-4 0 0,-4 0 70,7 0 1,-4 0-71,-18 0-2075,32 0 2075,-25 0 2075,26-2-2075,-24-3 0,-8 2 0,16-2 0,-19 5 3104,16 0-3104,-3 2 4326,5-1-4326,-6 1 0,5-8 0,-17 4 0,28-15 0,-24 14 6784,17-12-6784,-22 12-6784,7-19 6784,-12 14 0,3-12 0,-2 15 0,9-19 0,-4 15 0,6-22 0,-10 25 0,5-25 0,-6 20-1135,8-29 1,-9 32 0,3-9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8:39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16888 6864 24575,'2'5'0,"3"5"-2940,0-6 2940,2 5 0,-2-6-6739,22 11 6739,-16-11 0,19 12 1874,-25-14-1874,25 18 0,-19-13-4199,39 17 4199,-39-19 683,17 2-683,12-1 0,-24-4 0,25 3-3034,12-8 3034,-35 0 3034,32-3-3034,-13-6 0,-26 8 0,25-12 4537,-33 11-4537,-1-5 0,-2 5 0,0 2 0</inkml:trace>
  <inkml:trace contextRef="#ctx0" brushRef="#br0" timeOffset="537">17397 6673 24575,'7'10'0,"23"22"-9831,-19-21 8385,19 15-731,15 6 2177,-28-23 2155,27 24-2155,3-15 0,-28-11-1521,20 5 1,-1-2 1520,-21-6 0,17 2 3019,-23-6-3019,-7 2 4537,5 5-4537,-9 3 0,2 0 0,2-3 6784,-5 3-6784,4-6-6784,-20 20 6784,14-16 0,-12 9-2719,-5 11 2719,8-9 0,-6 11 0,-1 1 0,8-6-1818,-11 13 0,0 0 1818,12-18-2145,-16 23 2145,21-36 0,-12 23 0,8-19 0,-8 21 1287,12-16-1287,5-3 0,0 1 0,0-5 3211,4-9-3211,7 11 0,-4-9 0,4 6 0,-9-8 0</inkml:trace>
  <inkml:trace contextRef="#ctx0" brushRef="#br0" timeOffset="1834">8139 8172 24575,'-37'-4'0,"23"3"0,-21-3-4916,-4 5 1,1 0 3425,13 0 2470,-15 0 0,-11 1-980,2 0 0,-5 0 0,8 0-1228,16-1 0,0 0 1228,-21 1 0,-8 0 0,17 0 0,28-2 0,-29 3 0,-4 2 0,10-1 0,-7-1 0,-9 0 0,11 0 0,14-1 0,-4-1 0,6-2 496,21 1-496,-4 0 4537,18 3-4537,-10-3 0,22 6 0,-12-5 0,0 4 0,-5-5 0</inkml:trace>
  <inkml:trace contextRef="#ctx0" brushRef="#br0" timeOffset="2452">6956 8161 24575,'-19'20'0,"2"4"0,12-9 0,-2 19-6547,-1-16 6547,4 8-3673,1 0 3673,6-18 0,-3 17 0,4-25 0,14 13 0,-10-10 0,14 7 0,29-8 0,-24-1 0,11-2 0,10 0 0,-8 1 0,2-2 0,6 1 0,9-1 0,-9 1 0,-7 1 0,2 3 0,10 3 0,-12-2 61,-11-1-61,4 4 0,0 1 2180,-3-2-2180,-16-2 0,13 2 0,-28-6 0,2-2 0,-4 0 0</inkml:trace>
  <inkml:trace contextRef="#ctx0" brushRef="#br0" timeOffset="15193">17394 12737 24575,'9'-5'0,"17"-6"-7845,-17 10 7845,13-8-3955,24 4 3955,-30 2 2077,32-1-2077,-12 3 0,-3 0-3563,-9 0 3563,9 0 0,5 0-535,2 3 1,-4 0 534,-1 2 0,6 2 0,11 0 0,-12 0 0,-8 1 0,4 3 0,-6-1 0,-24-7 0,0 4 0</inkml:trace>
  <inkml:trace contextRef="#ctx0" brushRef="#br0" timeOffset="15744">17976 12533 24575,'12'0'0,"0"0"0,2 2 0,17 5 0,-17-3 0,27 6-4252,-13-1 1,0 1 4251,10 1 0,1 3 0,-2-1 1719,-19-8-1719,10 6 0,0 1 0,-14-6 0,28 13 0,-35-16 0,13 8 0,-14-10 6784,5 8-6784,-8-3 0,1 2 0,-4 2 0,-4 1 0,0-5 0,-3 2 0,1-3 0,3 0 0,-8 6 0,3-1-6784,-8 21 6784,7-17 0,-6 20-4537,-6 1 4537,8-13 0,-15 18 0,-3-18-226,10-7 226,-18 3 0,16-19 0,5 2 906,2-5 0,14 4 0,2-3 1</inkml:trace>
  <inkml:trace contextRef="#ctx0" brushRef="#br0" timeOffset="16495">13863 11439 24575,'23'9'0,"-14"-1"0,-16-4 0,-2-2-8503,-19-2 8503,22-2-2818,-43-7 2818,28 5-3034,-34-7 3034,41 11-413,-22-4 0,-4-1 413,5 4 0,-3-1 0,-8-1 0,6 2 0,-15 1 0,14 0 0,-7 2 0,7-2 1163,-8 1-1163,2 3 0,3 1 0,22-4 0,-12 3 0,-10 3 0,7-2 1114,1 0-1114,2-1 0,-8 0 0,3 2 0,0 2 0,4 0 3703,-11-2-3703,5 4 0,11-4 1758,26-7-1758,25-6 2951,-1 0-2951,31-4 0,-33 6 4403,11 3-4403,-16 0 0,-9 2 0,4 0 0</inkml:trace>
  <inkml:trace contextRef="#ctx0" brushRef="#br0" timeOffset="17018">12609 11315 24575,'7'25'0,"2"8"0,-6-21 0,4 12 0,-1-4 0,0-7 0,1 9 0,-7-17 0,-13 10 0,5-10 0,-7 7 0,-3 2 0,8-7-3144,-6 8 3144,9-12 0,5 1-541,-16 13 541,10-4 0,-9 5 0,14-9 0,-6 8 0,8-9-1848,-6 14 1848,7-17 2273,0 17-2273,0-12 554,5 23-554,4-17 0,1 1-2397,2-9 2397,-3-6 0,45-1 0,-25 1 0,10-3 0,8-3 0,4-3 0,4-3 0,-7 1 0,-14 3 0,-1 1 0,11-4 0,1 1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9:22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4648 10886 24575,'-35'7'0,"-1"1"0,1 0 0,5-1 0,14 0 0,-1-1 0,6 2 0,6-3 0,0 5 0,3-1 0,4-1 0,0-4 0,3 1 0,4-3 0,1 1 0,4-1 0,5-2 0,0-4 0,7-4 0,-4-4 0,-3-3 0,-10 12 0,-5 8 0,-4 4 0,2 10-6784,-1-2 6784,1-3-463,-2 7 463,0-15 0,0 16 0,0-8 0,0 7 0,0-9 0,2-6 0,-1-3 0,1-3 0</inkml:trace>
  <inkml:trace contextRef="#ctx0" brushRef="#br0" timeOffset="709">4876 10939 24575,'-5'-3'0,"-2"-3"0,2 5 0,-6-6 0,5 7 0,-5 0 0,3 2 0,3 3 0,-1 2 0,3 0 0,0 3 0,1 1 0,4-3 0,1 1 0,4-2 0,2-2 0,3 2 0,-2-5-6784,3 3 6784,-7-5 0,5 2 0,-2-2 0,-1 0 0,3 0 0,-1 0 0,-2 0 0,3-2 0,0-3 0,-4 0 6784,7-2-6784,-8-8 0,4 3 0,-4-11 0,-3 10 0,1-3 0,-3 8 0,3 5 0,-4 4 0,3 15 0,-3-5 0,0 3 0,0 3 0,0-6-6784,2 14 6784,-2-14 0,6 11 0,0 3 0,1-9 0,0 16 0,-5-25 0,5 25 0,-4-17 0,6 23 0,-4-24 6784,2 4-6784,-2-16 0,-1 0 0,1-6 0,0-1 0,0-15 0,-3 9 0,2-13-6784,-1-1 6784,0 9-514,-1-13 1,-2 26-1,0-4 1</inkml:trace>
  <inkml:trace contextRef="#ctx0" brushRef="#br0" timeOffset="1860">5404 10877 24575,'-10'-3'0,"-3"3"0,1 3 0,-5 1 0,-7 3 0,0 3 0,-7 8 0,6 4 0,5-6 0,7 9 0,8-11 0,0 5 0,3-5 0,4-7 0,-2-3 0,5 1 0,-1 2 0,2-4 0,-2 3 0,1-5 0,-1 1 0,4-2 0,-1 0 0,6-2 0,4-3 0,5-5 0,-5 4 0,5-8 0,-15 11 0,12-12 0,-6 7 0,6-6 0,-5 4 0,0 1 0,-7 6 0,0-1 0,-2 3 0,0-1 0,-1 4 0,3 9 0,-2 0 0,4 8 0,-3-7 0,-2-3 0,-2 2 0,0-3 0,1 4 0,2-1 0,-1-1 0,-1 2 0,-1-5 0,-2 0 0,0-4 0,0-1 0</inkml:trace>
  <inkml:trace contextRef="#ctx0" brushRef="#br0" timeOffset="6508">11033 5626 24575,'-5'19'0,"4"-7"0,-5 2 0,3-3 0,1 2 0,-1 5 0,3-7 0,0 2 0,-2-2 0,2-2 0,-2 4 0,2 0 0,0 1 0,0 6 0,0-5 0,0 1 0,0-4 0,0-2 0,2-6 0,0-2 0,9-4 0,-4 2 0,8-5 0,-1 1 0,1 0 0,-1 0 0,2 6 0,-10-1 0,7 3 0,-6-1 0,1-1 0,-3 2 0,-1-1 0,-4 2 0,4-3 0,-3 1 0,1-3 0</inkml:trace>
  <inkml:trace contextRef="#ctx0" brushRef="#br0" timeOffset="6787">11250 5828 24575,'2'37'0,"0"-11"0,0 13 0,1-24 0,2 7 0,-1-15 0,-1-8 0,-1-7 0,-2-1 0,-2-6 0,2 11 0,-3-2 0</inkml:trace>
  <inkml:trace contextRef="#ctx0" brushRef="#br0" timeOffset="7037">11292 5715 24575,'0'0'0</inkml:trace>
  <inkml:trace contextRef="#ctx0" brushRef="#br0" timeOffset="7665">11471 5676 24575,'-12'15'0,"3"-3"0,-9 3 0,11-6 0,-9 13 0,13-11 0,1 2 0,6-8 0,10 1 0,0-4 0,17 6 0,-10-5 0,0 2 0,7 3 0,-17-4 0,11 3 0,-17-3 0,1-4 0,-3 3 0,-1-1 0,3 2 0,-5 2 0,2 0 0,-2-1 0,-2 17 0,2-9 0,-3 11 0,-5 5 0,4-18 0,-12 26 0,10-30 0,-7 13 0,5-15-6784,-10-4 6784,9 0 0,-5-6 0,5 1 0,6 1 0,-6-6 0,9 3 0,-3-3 0,3 6 0,0-1 0</inkml:trace>
  <inkml:trace contextRef="#ctx0" brushRef="#br0" timeOffset="8066">11686 5714 24575,'5'4'0,"1"3"0,-3-1 0,6 9 0,-5-8 0,4 16 0,-3-11 0,0 17 0,0-17 0,-1 24 0,-4-25 0,5 35 0,-5-32 0,4 20 0,-3-20 0,3 12 0,-3-14 0,1 14 0,-2-17 0,0 11 0,0-12 0,0 3 0,0-10 0,0-17 0,0 4 0,0-18 0,0 19 0,0-17 0,0 17 0,0-7 0,0 14 0</inkml:trace>
  <inkml:trace contextRef="#ctx0" brushRef="#br0" timeOffset="8341">11675 5919 24575,'7'2'0,"2"2"0,1-3 0,0-1 0,-1-1 0,0-3 0,-4 1 0,8-1 0,2-3 0,-2 1 0,7-1 0,-8 0 0,5 0 0,-5 0 0,-5 0 0,-3 2 0,-3 0 0,1 2 0,-2 1 0</inkml:trace>
  <inkml:trace contextRef="#ctx0" brushRef="#br0" timeOffset="8776">11972 5606 24575,'-10'5'0,"-1"0"0,8-1 0,-6 5 0,8-3-8503,-7 20 8503,7-17-1915,-4 33 1915,5-30-226,2 17 0,1 4 226,2 17 0,1-4 0,0 3 0,0-8 0,-1-1 0,0-9 0,0-1 0,0 3 0,0-6 0,-2-15 0,5 29 0,-4-27 0,2 3 3471,1-9-3471,-1-10 0,2-7 0,-2 3 615,5-14-615,-3-2 0,2 5 0,-5-9 0,0 11 0,-5 2 1696,4-1 0,-3 12 0,1-1 0</inkml:trace>
  <inkml:trace contextRef="#ctx0" brushRef="#br0" timeOffset="9646">12184 5816 24575,'4'7'0,"1"-4"0,0 14 0,0-10 0,1 24 0,-2-12-6784,7 21 6784,-9-22 0,5 10-4537,-5-12 4537,-2-5 0,4 9 0,-3-6 0,1-3 0,-2 2 0,0-2 4537,-2-4-4537,-3 6 6784,0-10-6784,0 3 0,3-8 0,2 2 0,0-5 0,0 0 0,-2 0 0,-1-1 0,0-2 0,-3-8 0,5 9 0,-3-4 0</inkml:trace>
  <inkml:trace contextRef="#ctx0" brushRef="#br0" timeOffset="10178">12170 5811 24575,'0'-26'0,"0"10"0,0-6 0,0 16 0,0-16 0,0 12 0,4-1 0,1 7 0,5 6 0,1-4 0,1-3 0,-2 2 0,-1-4 0,0 5 0,-3-1 0,5 3 0,-6 0 0,6 7 0,-3-4 0,2 2 0,1 1 0,-3-1 0,1 0 0,-2 4 0,-2-8 0,1 5 0,2 1 0,1 1 0,-1 3 0,-2-3 0,-3 1 0,1-6 0,-3 3 0,-1 3 0,-9 6-6784,-8 8 6784,5-7-3021,-12 10 3021,22-19 0,-20 21 0,13-12 0,-3 4 0,1 1 0,6-12 5288,0 5-5288,-2-9 4517,9-3-4517,0-4 0,4-1 0,-2 0 0,-2 1 0</inkml:trace>
  <inkml:trace contextRef="#ctx0" brushRef="#br0" timeOffset="10610">12531 5940 24575,'-5'10'0,"-1"1"0,3-3 0,-4 3 0,2-5 0,-2 9 0,2-3 0,2 1 0,-1 9 0,4-15 0,-5 18 0,5-8 0,-2 2 0,2 1 0,0-14 0,0 5 0,2-8 0,-2 1 0,4-4 0,1 0 0,5 0 0,6-5 0,-1 3 0,-3-3 0,1 0 0,-10 0 0,6 3 0,-4-3 0,0 3 0,2-7 0,-4 3 0,1-8 0,-4-4 0,0-1 0,0 2 0,0 8 0</inkml:trace>
  <inkml:trace contextRef="#ctx0" brushRef="#br0" timeOffset="10861">12462 5720 24575,'2'8'0,"-1"-6"0,3-2 0,-3-3 0,1 1 0</inkml:trace>
  <inkml:trace contextRef="#ctx0" brushRef="#br0" timeOffset="11292">12675 5638 24575,'15'0'0,"0"2"0,-9-1 0,0 5 0,-1-3 0,0 2 0,2 1 0,4 6 0,2 1 0,-3 1 0,5 1 0,-11-8 0,7 4 0,-2 2 0,-3-6 0,9 16 0,-3-5 0,1-2 0,-2 3 0,-4-15 0,2 13 0,1-6 0,0 1 0,-6-2 0,-2-4 0,-2 3 0,-4 3 0,-3 2 0,-3 3-1263,0-7 1263,5 1 0,-5 0 0,1 2 0,-3 4 0,-2 5 0,4-4-1319,2-1 1319,0-2 1177,5-1-1177,-2 1-718,0-2 718,3-3 0,-3-3 0,5-1 0,-2 3 0,2-7 0,0 0 0</inkml:trace>
  <inkml:trace contextRef="#ctx0" brushRef="#br0" timeOffset="13059">7163 9852 24575,'8'-9'0,"1"-3"0,-6 4 0,7-5 0,2-4 0,6-1 0,-6 1 0,3 4 0,-11 9 0,2-2 0,-1 8 0,-5-2 0,6 13 0,-2 7 0,0 6 0,-2-6 0,-2 6-6784,0-8 6784,0 0-3562,2 14 3562,-1-23 0,1 23 0,0-14 0,1-1 0,2-1 0,-1-10 5020,3-2-5020,-2-2 5326,2-5-5326,-2 0 0,2-1 0,-2 3 0,2-3 0,-2 4 0,1-7 0,2 4 0,-3-4 0,3 0 0,-4 0 0,2-3 0,-3 3-1696,1-2 0,-3 5 0,1 0 0</inkml:trace>
  <inkml:trace contextRef="#ctx0" brushRef="#br0" timeOffset="13403">7447 9747 24575,'0'30'0,"0"7"0,0-22 0,2 15 0,0-20 0,1 5 0,-1-10 0,4-1 0,2-1 0,2-1 0,-1-4 0,4-9 0,-8 4 0,10-9 0,-8-2 0,-1 8 0,6-16 0,-10 17 0,4-12 0,-6 15 0,0-3 0</inkml:trace>
  <inkml:trace contextRef="#ctx0" brushRef="#br0" timeOffset="13668">7445 9528 24575,'0'5'0,"0"0"0</inkml:trace>
  <inkml:trace contextRef="#ctx0" brushRef="#br0" timeOffset="14301">7823 9561 24575,'0'7'0,"-5"2"0,-1-6 0,-3 4 0,-4-3 0,6 0 0,-8 2 0,7-6 0,-4 5 0,4-3 0,-1 1 0,0 5 0,3 0 0,-3 0 0,7 0 0,-1-3 0,3 0 0,5 8 0,-4-6 0,5 2 0,-1-1 0,-2-4 0,3 3 0,1-1 0,-1-5 0,3 3 0,4-2 0,-6-1 0,10 3 0,-11-1 0,3 1 0,-5 12 0,-1-7 0,1 13 0,-3-14 0,-3 6 0,1-9 0,-8 0 0,6-3 0,-6-2 0,3 0 0,-1 0 0,-2 0 0,3 0 0,-7 0 0,7 0 0,-1 2 0,3-2 0,4 2 0,-3-2 0</inkml:trace>
  <inkml:trace contextRef="#ctx0" brushRef="#br0" timeOffset="14718">7928 9490 24575,'5'12'0,"-1"1"0,-2-5 0,1 12 0,0-10 0,1 24 0,-2-25 0,1 16 0,5-11 0,-6-3 0,6 5 0,-5-13 0,2 5 0,-1-7 0,1 3 0,-2-6 0,-1 0 0,-2-1 0,0 1 0</inkml:trace>
  <inkml:trace contextRef="#ctx0" brushRef="#br0" timeOffset="15069">7874 9520 24575,'-3'4'0,"1"-3"0,4 6 0,1-5 0,4-4 0,-2-1 0,0 1 0,-3-1 0</inkml:trace>
  <inkml:trace contextRef="#ctx0" brushRef="#br0" timeOffset="16016">8305 9313 24575,'-10'2'0,"0"-2"-9831,1 9 8341,1-8 4308,1 14-2818,5-11 1719,-1 28-1719,3-5 0,0 3 0,5 10 0,0-20 6784,2 9-6784,2-3 0,-4-17 0,2 13 0,2-12 0,-3 0 0,3-3 0,-2-7 0,0 0 0,7-5 0,-6 4 0,5-7 0,-3 0 0,-2 2 0,1-2 0,-5 7 0,1-1 0,0 2 0,-3 0 0,0 0 0</inkml:trace>
  <inkml:trace contextRef="#ctx0" brushRef="#br0" timeOffset="16791">8611 9461 24575,'-7'5'0,"-7"0"0,1-1 0,-15 7 0,18-4 0,-9 6 0,14-4 0,-1-1 0,0-5 0,6-4 0,-5-8 0,-2-1 0,4 2 0,-10-3 0,11 5 0,-13-5 0,13 5 0,-9-3 0,9 7 0,-1-3 0,7-4 0,4 1 0,0-4 0,7 3 0,-11 6 0,9-6 0,-6 2 0,1-1 0,1-4 0,-4 5 0,2 0 0,-3 2 0,1 3 0,0 2 0,4 2 0,1 0 0,0 1 0,9 1 0,-11-3 0,13 1 0,-15-2 0,18 0 0,-16 0 0,13 0 0,-11-5 0,0 4 0,-1-5 0,2 3 0,-4 1 0,4 0 0,-7 2 0,1 0 0,0 0 0,6 0 0,-5 0 0,9-3 0,-9 3-6784,11-4 6784,-10 3 0,11-1 0,-13 2 0,4 0 0,-4 0 0,0 4 0,-1-1 0,-1 6 0,-1-6 0,-2 2 0</inkml:trace>
  <inkml:trace contextRef="#ctx0" brushRef="#br0" timeOffset="17310">8867 9509 24575,'0'14'0,"0"15"0,0-12 0,0 17 0,0-27-9831,0 20 8341,0-18 4308,0 14-2818,3-15 1719,-1 0-1719,1-2 0,1-6 0,-4 0 6784,5-2-6784,-5-3 0,4-4 0,-1 1 0,4-4 0,-4 5 0,5-5 0,-4 7-1696,0-7 0,-2 9 0,-2-1 0</inkml:trace>
  <inkml:trace contextRef="#ctx0" brushRef="#br0" timeOffset="17543">8914 9386 24575,'0'-5'0,"0"1"0</inkml:trace>
  <inkml:trace contextRef="#ctx0" brushRef="#br0" timeOffset="18043">9160 9280 24575,'37'22'0,"-1"1"0,-21-8 0,-3-1 0,0-5 0,-8-2 0,12 5 0,-11-7 0,4 6 0,0-2 0,-3 4 0,5 7 0,-6-6 0,0 8 0,-3-9 0,-2 1 0,0 3 0,0-10 0,0 8 0,0-10 0,-2 9 0,2-8 0,-5 7 0,5-8 0,-5 6 0,5-5 0,-4 5 0,-1-1 0,0 0 0,-9 1 0,10-4 0,-11 0 0,5 4 0,-1-7 0,-2 9 0,1 3 0,4-6 0,-6 13 0,2-6 0,2 3 0,-2 3 0,5-12 0,4-3 0,1-8 0</inkml:trace>
  <inkml:trace contextRef="#ctx0" brushRef="#br0" timeOffset="23267">13036 10556 24575,'5'9'0,"-1"-3"0,1 3 0,-2-3 0,-1 0 0,0 5 0,-1-3 0,1 7 0,-2 2 0,0 5 0,-5 10 0,2-4 0,-4 6 0,2-16 0,3-1 0,0-11 0,2 0 0,-3-3 0,3-7 0,-4 2 0,-3-6 0,1 7 0,-12-5 0,3 2 0,1-2 0,-5 1 0,13 2 0,-4-1 0,6-1 0,6 2 0,-1-6 0,1 0 0,-2-4 0,0 1 0,0-6 0,0 0 0,0 2 0,2-10 0,-2 19 0,4-11 0,-3 13 0,5-11 0,-3 3 0,4-2 0,0-7 0,0 4 0,1-11 0,-1 5 0,-3 7 0,-1 5 0,1 12 0,-1-2 0,12 11 0,-8-8 0,15 8 0,3-7 0,-7 1 0,29-4-6784,-3-8 6784,-6 4 0,-1-6 0,-4 1 0,-18 7 0,16-9 0,-1 0 0,-20 7 0,29-12 0,-32 11 0,17-7 6784,-13 2-6784,3 3 0,-5 6 0,-6 5 0,-1 2 0,-2-3 0</inkml:trace>
  <inkml:trace contextRef="#ctx0" brushRef="#br0" timeOffset="24393">21873 5647 24575,'0'10'0,"2"10"0,1-13 0,2 19 0,1 2 0,-2 5 0,0-4 0,-4 5 0,-2-25 0,1 21 0,-1-23 0,-4 25 0,4-23 0,-7 23 0,5-10 0,-2 1 0,-1-4 0,2-2 0,1-15 0,-1 8 0,-4-16 0,-1 5 0,0-8 0,0 6 0,8-1 0,0 1 0,2-6 0,2 1 0,-2-4 0,4 5 0,-3 0 0,1 2 0,0-4 0,-1 3 0,3-3 0,-4 6 0,3 1 0</inkml:trace>
  <inkml:trace contextRef="#ctx0" brushRef="#br0" timeOffset="25188">21933 5850 24575,'0'10'0,"4"-1"0,-1-4 0,6 0 0,1-1 0,2 1 0,0-2 0,1-1 0,-1-6 0,1 3 0,0-8 0,-3 2 0,0 1 0,-4-7 0,1 5 0,-4-2 0,2 1 0,-3 2 0,-2 1 0,2-5 0,-2 3 0,5-10 0,-2 0 0,3 3 0,-3-5 0,1 7 0,-3 1 0,1-6 0,-2 5 0,0 0 0,0 0 0,0 6 0,0-1 0,-2-3 0,-1 1 0,0-5 0,1 3 0,0-4-6784,-3-3 6784,2 5 0,-3-4 0,3 9 0,-4-4 0,0-1 0,-1 4 0,-1 1 0,4 2 0,-2 4 6784,2-4-6784,-6 2 0,4 2 0,-4-1 0,2 0 0,3 3 0,-5-4 0,6 7 0,-6 1 0,5 2 0,-10 2 0,8 0 0,-13 5 0,-3 4 0,5-5 0,-9 6 0,14-9 0,0 1 0,7-2 0,1 0 0,5-2 0,-2 0 0,6-3 0,0-2 0,-1 0 0</inkml:trace>
  <inkml:trace contextRef="#ctx0" brushRef="#br0" timeOffset="29585">22020 6107 24575,'-3'13'0,"1"-2"0,2-2 0,7 18 0,3 6 0,-3-2 0,1 5-2126,1 3 0,3 6 0,-1 2 1,-1-6 2125,1 3 0,-1 0 0,0 9 0,0 5 0,-3-11 139,-2-10-139,-3 13 0,-2 14 0,1-11-1927,-1 0 1927,0 0 0,0 9 0,0-11 0,0-7 0,0 7 0,0-1 0,0-19 0,0 6 0,0-5 0,0-20 0,-3 35 5047,1-28-5047,-5 19 0,4-25 1987,-2-2-1987,3-2 3257,2-4-3257,-5 15 0,3-15 0,-1 29 0,-1-27-6784,1 33 6784,1-31-4241,-1 38 4241,3-34-1566,0 20 0,-2 2 1566,-1-12 0,-1 19 0,-1 4-2095,-8 8 2095,8-25 0,-1 0 0,-4 7 0,0-3 0,1-4 904,-1 1 0,-2 3-904,-3 14 0,2-13 0,-2 8 2990,11-33-2990,-9 29 0,9-28 0,-9 45 0,11-41 0,-7 36 0,-1 9 0,4-22 0,0-1 0,0 14 0,-1 3-464,1-10 0,0 1 1,1-1 463,-2 11 0,1-1 0,1-5 0,-1 1 0,-2-5 0,0 3 0,-1-4 0,-1 0 0,0-3-1265,0 1 1,0-2 1264,0-2 0,1-5 0,0 1 2529,2-14-2529,-7 30 3781,7-34-3781,-8 27 2280,10-30-2280,-7 19 0,6-13 0,1-6 0,-2 11 0,7-16 6784,-4 19-6784,3-1 0,-1 11 0,2 4 0,0-15 0,-4 1 0,3-17 0,-6 2 0,5-13 0,-3-3 0,2-1 0,1-1 0</inkml:trace>
  <inkml:trace contextRef="#ctx0" brushRef="#br0" timeOffset="30059">21501 9471 24575,'26'24'0,"-8"-9"-9831,10 28 8341,-18-30 1490,9 21 2818,-13-28-2818,7 24 1719,-5-16-1719,6 23 0,-7-23 0,-2 4 0,-1-15 0,-1-2 0,8-9 0,-5 4 0,14-16 0,-14 15 0,14-19 0,-16 20 6784,13-16-6784,-9 7 0,4 0 0,4-4 0,-10 10 0,7-4 0,-10 6 0,10-4 0,7-16 0,-5 11 0,16-22-6784,-13 11 6784,0 3 0,4-8 0,-16 23 0,11-19 0,-13 20 0,5-9 0</inkml:trace>
  <inkml:trace contextRef="#ctx0" brushRef="#br0" timeOffset="31684">13310 10220 24575,'2'-7'0,"0"-2"0,12-20 0,-8 16-7049,5-17 7049,-6 24-4390,16-35 4390,-11 26 0,15-29-1624,6-4 1624,-18 27 0,3-4 0,2-4 0,-1-6 0,-2 4-601,2 3 601,2-9 0,-1 4 3376,-10 24-3376,22-26 0,1-3 664,-13 16-664,9-10 0,5-1-1798,-5 11 0,-2 4 1798,-2 5 0,4-8 0,6-3 0,5 6 0,-1 2 0,4-9-246,3 2 1,11-4 0,-11 5 245,-9 2-195,6-1 0,7-4 195,-10 3 0,1-3 0,-4 4-114,-9 7 0,-1 0 114,13-8 0,7-5 0,-1 1 0,-1 5 0,-1 2 0,-4 2 0,-10 4 0,0 0 0,15-8 0,6-3 0,-13 8 2590,-19 11-2590,23-8 0,15-4 0,-8 2-2453,-3 3 2453,1 0 0,10-4 0,-12 5 2183,-14 3-2183,18 2 0,14 1 0,-8 0 0,-19 1 0,0 0 0,6 1 0,6-1 0,4 1 0,-1 1 0,5 1 0,1 1 0,-2 0 0,-6 1-1254,1-1 1,-1 0 1253,4 0 0,9 0 0,-3 0 0,-16 0 2335,-10 0-2335,16 0 0,16 1 0,-8 0-1143,-15-1 1,-1 0 1142,11 1 0,5 0 0,1-1 0,-3 1 0,1-1 0,-9-1 0,-13 1 0,0 0 0,8 1 0,6 0 0,-4-3 0,1-2 0,-7-1 0,-13 2 178,13-3 0,3-1-178,12 0 1715,-23 3-1715,28-5 3884,-47 9-3884,46-7 3211,-34 6-3211,36-5 0,-11 4 0,-1 0-4334,-6 0 4334,-4 0 0,9 1 0,-1 1 0,1 0 0,0 2 0,-4-1-1160,-2-1 0,0 0 1160,8 2 0,3-1 0,-4 2 0,-5 0 0,-5 1-2241,17 0 2241,-20-1 0,1 0 205,14 2-205,-31-2 2526,33 4-2526,-43-5 0,10 0 4345,-13 0-4345,14 5 0,-12-3 4868,10 4-4868,11 8 0,-16-9 2431,15 11-2431,-7-1 0,-12-9 0,10 11-6719,4 6 6719,-11-14 0,14 13 0,-17-20 0,32 26-2739,-23-19 2739,23 21-1772,-1-7 1772,-21-12 4549,19 11-4549,-15-8 0,-15-10 0,14 12-4549,1 2 4549,-9-7 0,13 8 540,-2 4-540,-11-14 0,12 17 0,-17-24 524,13 29-524,-11-24 0,9 23-898,-1-8 898,-9-10 0,8 10 0,-2-5 0,-8-11 0,12 16 0,-16-18 0,10 5 0,-10-6 4632,3 2-4632,-2-2 2525,3 4-2525,0-2 2178,2-1-2178,-4 0 1794,3-6-1794,-3 5 0,4-5 0,0 2 0,0-2 0,13-15 0,-10 9 0,7-13 0,-1-10 0,-9 14 0,8-14 0,-8 16 0,-4 9 0,1-5 0</inkml:trace>
  <inkml:trace contextRef="#ctx0" brushRef="#br0" timeOffset="32452">18919 9549 24575,'8'7'0,"-1"0"0,-3-2 0,3 2 0,-4-2 0,2 2 0,1 0 0,-3 0 0,13 6 0,-10-6 0,9 10-6784,4-5 6784,-9 1 0,17 7 0,-7-1 0,-1-5 0,6 9 0,-18-16 0,21 16 6784,-19-17-6784,18 17 0,-20-21 0,16 17 0,-9-10 0,12 5 0,-7-7 0,4-11 0,-6-6 0,-2-1 0,-3-17 0,-8 21 0,7-27-6784,-4 7 6784,-1 4-4537,-2-10 4537,-4 25 0,4-17 0,-3 9 0,3-4-3034,-4 1 3034,0 12 3034,0-11-3034,0 6 4537,0 1-4537,0-2 0,0 8 0,0-2 6784,-2 2-6784,2 0 0,-3-2 0,3 2 0,0-4 0,0 3 0,0-3 0,-2-5 0,2 5 0,-2-13-6784,2 3 6784,2 4 0,-2-6 0,7 15 0,-6-4 0,3 3 0,0 1 0,-1 0 0,4 1 1696,-2 1 0,-3 4 0,0-3 0</inkml:trace>
  <inkml:trace contextRef="#ctx0" brushRef="#br0" timeOffset="49418">17533 10511 24575,'10'-2'0,"-3"1"0,0-1 0,-2 2 0,2 0 0,0-2 0,4-1 0,-3 0 0,5-3 0,0-1 0,-3 1 0,5-9 0,-3 4-6784,1-6 6784,-2 5-4537,-4-2 4537,-2 11 0,2-8 0,-4 8 0,1 4 0,-4 11 0,-2 12 0,2-3 0,-7 9 0,6-20 0,-5 29 0,3-8 0,-2 0 0,-4 13 0,1-26 0,1 8 0,-2-3 0,8-15 0,-8 9 0,2-7 0,-1-5 0,-1 2 0,0-5 4537,3-2-4537,-3 2 6784,2-2-6784,2 0 0,-2-2 0,0 2 0,1-2 0,-1 2 0,3 0 0,-1-3 0,-6-6 0,4 5 0,-8-11 0,5 5 0,-1 1 0,2-1 0,5 9 0,1-3 0,1-3 0,4-3 0,1 0-6784,3-8 6784,0 13-2374,3-14 2374,-4 17 0,12-19 0,-12 15 0,14-13 0,-15 13 0,9-14 0,-7 15 0,3-17 0,-5 20-3751,3-17 3751,-1 16 0,0-16 0,1 11 3751,-2-3-3751,2 3-2163,6 7 2163,-6-1 2134,13 2-2134,-14 0 0,24 2 0,-12 1 0,7 0 0,10-1 0,-13-2 5594,7 0-5594,9-5 0,-17 2 3593,7-2-3593,6-5 0,-16 1 0,8-1 0,0-9 0,-19 16 0,15-19 0,-10 7 0,-4 1 0,5-1 0,-10 10 0,2 2 0,-3 1 0</inkml:trace>
  <inkml:trace contextRef="#ctx0" brushRef="#br0" timeOffset="49930">17846 10173 24575,'6'5'0,"0"-3"0,-4 2 0,3-3 0,-2 3 0,1-1 0,1 6 0,0-6 0,0 6 0,1 0 0,-3-5 0,4 11 0,-2-12 0,-1 8 0,1-7 0,0 4 0,-2-3 0,-1 0 0,-2 0 0</inkml:trace>
  <inkml:trace contextRef="#ctx0" brushRef="#br0" timeOffset="52077">31674 6523 24575,'15'2'0,"4"2"0,7-3 0,-2 1-8503,12-6 8503,-20 1 1719,1-4-1719,-7 0 0,-5 1 0,6-1 0,-2-6 0,0 6 0,2-8 6784,-9 9-6784,2 1 0,-3-1 0,1 1 0,0-1 0,-1-2 0,5-2 0,-3 0 0,2-11 0,-3 12 0,-2-6 0,0 9 0,0-7 0,0 7 0,0-8 0,0 7 0,-4-5 0,1 2 0,-4-2 0,0 0 0,1 4 0,-1-3 0,-2 0 0,3 4 0,-5-8 0,2 7 0,1-2 0,-4-3 0,7 9 0,-2-5 0,2 9 0,-2-2 0,-6 8 0,3-2 0,-11 7 0,14-6-6784,-20 8 6784,19-9-3187,-20 15 3187,23-14 0,-21 19 0,15-9 0,-6 1-3481,1 7 3481,10-20 3481,-3 20-3481,6-4 3187,1-2-3187,2 11 0,2-19-4537,5 19 4537,-1-17 4537,7 19-4537,6 0 0,-1 8 0,5 11 0,-13-21 0,0 4 0,-8-12 0,2-2 0,-4-3 0,0-8 6784,0-10-6784,0-1 0,0-4 0,0 1 0</inkml:trace>
  <inkml:trace contextRef="#ctx0" brushRef="#br0" timeOffset="52482">31999 6005 24575,'13'7'0,"-4"-2"0,-5 4 0,1 5 0,2 5 0,1-5 0,-2 7 0,-3-11 0,1 3 0,-3-2 0,1-8 0,-2-1 0</inkml:trace>
  <inkml:trace contextRef="#ctx0" brushRef="#br0" timeOffset="53758">27241 7965 24575,'16'32'0,"-7"-14"0,4 6 0,-4-9 0,-6-6 0,14 19 0,-10-15 0,9 13 0,-11-18 0,8 16 0,-9-16 0,7 11 0,-6-7 0,6 15 0,-5-11 0,5 18 0,-8-27 0,5 28 0,-4-9 0,5 8 0,0 18 0,-4-25 0,3 26 0,-5-23 0,-1 1 0,3-10 0,-5-9 0,2-10 0,-2 0 0,0-4 0</inkml:trace>
  <inkml:trace contextRef="#ctx0" brushRef="#br0" timeOffset="54530">27389 9055 24575,'18'-5'0,"2"1"0,-17 6 0,20 24 0,-16-16-8503,18 29 8503,-20-32 0,10 16-2818,6 9 2818,-7-12-1292,13 22 1292,-18-32 0,15 25 0,-14-26 0,11 12 0,-8-20 0,-5-2 3897,9-3-3897,-3-10 0,0 5 5827,10-19-5827,-3-2 0,-6 5 0,16-20 0,-25 33 0,24-29-3895,-9 14 3895,-1 4 0,6-9 0,-19 26-4537,10-18 4537,-11 20 0,3-7 0,0 0-3034,3-9 3034,-2 4 305,7-17-305,-10 25 3185,10-29-3185,-2 11 0,-2 0 0,6-19 0,-14 32 0,11-33 4762,-12 35-4762,14-25 0,-12 27 0,9-19 6103,-11 21-6103,9-15 0,-12 15 0,5-8 0,-8 9 0,0 1 0,-3 3 0,2 4 0,1 1 0,0 2 0,1 0 0,-3 1 0,4-3 0,-3 2 0</inkml:trace>
  <inkml:trace contextRef="#ctx0" brushRef="#br0" timeOffset="56440">27771 11270 24575,'8'13'0,"0"2"0,-5-9 0,0 3 0,1-4 0,-4-1 0,2 1 0,-2 6 0,0-4 0,0 4 0,0-5 0,2 0 0,3-2 0,3-2 0,-1-2 0,2-4 0,-4 3 0,2-5 0,-2 5 0,-3-1 0,0 2 0</inkml:trace>
  <inkml:trace contextRef="#ctx0" brushRef="#br0" timeOffset="57274">28295 11176 24575,'7'6'0,"-2"0"0,-1 3 0,-2-2 0,3 7 0,0-2 0,-3 5 0,1-7 0,-3 1 0,2-6 0,-2 8 0,4 0 0,-1 1 0,2-2 0,-3-5 0,3-5 0,-5 0 0,2-2 0</inkml:trace>
  <inkml:trace contextRef="#ctx0" brushRef="#br0" timeOffset="60776">29818 11360 24575,'-2'12'0,"-1"5"0,1-6 0,0 1 0,-1 5 0,3-4 0,-4 8 0,3-8 0,-3-2 0,-3-2 0,1-1 0,-3 1 0,6-2 0,-3-8 0,5-1 0,-12-9 0,9 7 0,-12-6 0,8 7 0,-1-2 0,2 3 0,2 0 0,0-5 0,2 1 0,-1-5 0,-1 1 0,0 2 0,0-1 0,1 4 0,1 0 0,-1 3 0,1-3 0,3-6 0,0 4 0,5-10 0,-5 11 0,6-12 0,0 5 0,1 0 0,4-6 0,-1 10 0,0-6 0,7 2 0,-2 5 0,15-6 0,-13 6 0,11-1 0,-9 4 0,-2 2 0,4 1 0,-9-2 0,-1 3 0,0-3 0,-2 2 0,-1 1 0,9-5 0,-3 2 0,6-3 0,-5 3 0,-3-1 0,-5 0 0,3-4 0,-8 5 0,7-2 0</inkml:trace>
  <inkml:trace contextRef="#ctx0" brushRef="#br0" timeOffset="61200">30142 10881 24575,'0'21'0,"0"13"0,0-17 0,0 7 0,0-5 0,2-8 0,0 5 0,1-8 0,-1-2 0</inkml:trace>
  <inkml:trace contextRef="#ctx0" brushRef="#br0" timeOffset="62216">30222 11458 24575,'2'-5'0,"0"-7"0,-2 4 0,-2-12 0,-1 8 0,-1-8 0,-1 14 0,0-9 0,-2 7 0,2-2 0,-4-2 0,1 3 0,1 1 0,0 1 0,0 5 0,4 4 0,-8 1 0,1 5 0,-3 0 0,1 2 0,3 3 0,6-3 0,-1 2 0,2 10 0,-1-6 0,0 10 0,1-7-6784,2 1 6784,0-9 0,0 5 0,0-9 0,2 0 0,3 2 0,0-4 0,4 2 6784,-4 2-6784,2 1 0,-4 4 0,1-2 0,-3-2 0,1-1 0,-2 2 0,0 0 0,0 0 0,0-4 0,0-4 0,0-1 0</inkml:trace>
  <inkml:trace contextRef="#ctx0" brushRef="#br0" timeOffset="62798">30385 11068 24575,'0'10'0,"2"6"0,-2-10 0,2 11 0,-2-10 0,0 12 0,0-12 0,2 12 0,-1-12 0,1 10 0,0-11 0,-1 7 0,1-1 0,-2 3 0,0 6 0,0 0 0,0-6 0,0 11 0,0-14 0,0 4 0,0-9 0</inkml:trace>
  <inkml:trace contextRef="#ctx0" brushRef="#br0" timeOffset="78293">19451 11599 24575,'-3'14'0,"1"-2"0,2-5 0,0-3 0,2 1 0,1-2 0,0 1 0,1-3 0,1 9 0,0 5 0,0 3 0,-3-2 0,-2 10 0,0-9 0,0 19 0,0-15 0,0 1 0,0-12 0,2-3 0,2-5 0,2-2 0,1 0 0,-1 0 0,2 4 0,-1-3 0,6 12 0,0-9 0,8 7 0,-2-6 0,11 0 0,-7-3 0,-2 0-6784,1 0 6784,-15-1 0,10 1 0,-5-2 0,3 0 0,1 0 0,-6 0 0,-1 0 6784,-4-2-6784,1-1 0,0 1 0,1-1 0,-1 1 0,0 2 0,0 0 0,-1 0 0,2 0 0,-2 0 0,2-2 0,2 2 0,1-3 0,4 3 0,-2-4 0,-2 1 0,-6-2 0,1 3 0,-5-3 0,2 3 0,-2-8 0,0 2 0,0-5 0,-2 0 0,-1 1 0,1 2 0,0 1 0,2 4 0,0-6 0,0 1 0,0-5 0,0 3 0,2 0 0,-2 3 0,4-1 0,-3 3 0,1 0 0,-2 2 0,0 2 0,0 1 0</inkml:trace>
  <inkml:trace contextRef="#ctx0" brushRef="#br0" timeOffset="80024">24686 11542 24575,'10'25'0,"-1"1"0,-2 2 0,-2-8 0,0 13 0,3-1 0,-4-3 0,3-1 0,-3-5 0,-3-16 0,3 11 0,-4-8 0,5 2 0,-3-3 0,1-2 0,5 0 0,-4-4 0,9 5 0,-9-5 0,8 4 0,-6-2 0,6 2 0,-5-4 0,0 3 0,6-5 0,-6 1 0,23-6 0,8-4 0,-9 0 0,7 1 0,-2 2 0,-21 1 0,18-2 0,2 0-6784,-8 2 6784,6-3-4537,-7-1 4537,-18 6 0,3-4 0,-4 4 0,-1 1 0,-1-3 4537,1 3-4537,-3 1 6784,1-1-6784,-2 0 0,2-8 0,-2 3 0,2-9 0,3 0 0,-4 1-6784,5-7 6784,-6 14 0,3-7 0,-1 3 0,0-2 0,3 0 0,0-4 0,-3 6 0,0-1 0,-2 3 1696,0 4 0,0 2 0,0 1 0</inkml:trace>
  <inkml:trace contextRef="#ctx0" brushRef="#br0" timeOffset="87783">6030 9335 24575,'5'-3'0,"-1"1"0,5 2 0,1 0 0,9-2 0,-8 2 0,4-5 0,11 0 0,-12 2 0,25-9 0,-23 11 0,14-7 0,1-1-1199,-3 3 1199,2-1 0,4-1 0,-3-1 0,-3 2-1523,5-1 1523,-2 1 0,-1-2-5882,3 0 5882,-7 2 0,11-1-3934,-12 3 3934,-10 4 494,13-5-494,-9 5 0,-5-1 723,8 0-723,0 1 4537,4-1-4537,24 2 6063,-26 0-6063,18 0 0,-11-2 0,1 0 0,21-5 0,-28 1 0,4 1 0,-3-3 0,-18 6 0,18-6 0,-20 5 0,16-4 0,-8 4 0,2-1 0,4 2 0,-7-1 721,12-2-721,-3 2-6784,8 1 6784,-14 2-424,6 0 424,-16 0 0,13-4 0,-1-1 0,0-1-4396,16-4 4396,-25 8 4396,30-11-4396,-14 5 424,-2 0-424,9-5 0,-5 5 0,1-2 0,8 3 0,-22 3 0,7 4 0,-13-3 0,4 3 0,-3 0 0,-4 0 0,4 0 0,-1 0 6784,1 0-6784,0 0 0,1 0 0,0 0 0,1 3 0,1-3 0,-4 2 0,1 0 0,-1 1 0,2 2 0,0-1 0,-1 1 0,-4-2 0,0-1 0,2 2 0,-2-3 0,6 7 0,-1-7 0,0 6 0,-1-7 0,-4 2 0,-3-2 0,0 0 0</inkml:trace>
  <inkml:trace contextRef="#ctx0" brushRef="#br0" timeOffset="96092">19684 15790 24575,'0'19'0,"0"-3"0,0-2 0,2-2 0,-1-2 0,1 3 0,-2-5 0,0 2 0,0-4 0,0 1 0,0 1 0,2 1 0,-2-2 0,7-2 0,10-5 0,13-5 0,-6 0-3392,5-3 0,-1 0 3392,-13 4 0,20-9 0,1 0-249,-19 9 249,21-10 0,2-1-548,-16 9 548,13-7 0,4-2 0,6-9 0,-5 7 0,7-11 0,-26 17 0,6-4 6389,-8 6-6389,-12 9 356,-7 2-356,-2 3 836,0 0-836,0-1 0,0 1 0,0-2 0,0-1 0</inkml:trace>
  <inkml:trace contextRef="#ctx0" brushRef="#br0" timeOffset="96433">20264 15718 24575,'7'-18'0,"-2"2"0,0 4 0,-3 5 0</inkml:trace>
  <inkml:trace contextRef="#ctx0" brushRef="#br0" timeOffset="99590">20650 16103 24575,'0'10'0,"2"-3"0,-1-3 0,1 1 0,0 2 0,-2 0 0,3 0 0,-3-2 0,-3 0 0,3-1 0,-4 3 0,3 3 0,-3-5 0,1 6 0,-4-4 0,0 3 0,-3 2 0,5-5 0,1 0 0,14-4 0,-5-1 0,16-2 0,-14 0 0,15 0 0,-16 0 0,16 0 0,-15 0 0,12-2 0,-8-3 0,1 2 0,1-8 0,-3 5 0,-2-4-6784,4-1 6784,-8 7 0,7-11 0,1 3 0,2-10 0,5 0 0,-6 7 0,2-3 0,-7 14 6784,3-9-6784,-3 10 0,-3-4 0,-6 5 0,-3 4 0,-2-1 0,-1 9 0,3-8 0,-3 8 0,1-7 0,2 2 0,1-3 0</inkml:trace>
  <inkml:trace contextRef="#ctx0" brushRef="#br0" timeOffset="100484">20920 16074 24575,'5'-7'0,"-2"0"0,-1-1 0,0-1 0,-2 4 0,2-7 0,-2 0-6784,-4-9 6784,3 7 0,-10-8 0,3 5 0,-2 5 0,-1-9 0,1 8 0,2-4 0,-5 0 6784,9 5-6784,-4 5 0,1 2 0,-5 3 0,-10 6 0,0 1 0,6 3 0,-5 5 0,16-9 0,-12 11 0,4-5 0,5 0 0,-7 5-6784,7 4 6784,-2-5-4537,1 16 4537,6-20-3034,-1 35 3034,1-33 0,0 34 0,1-16 0,2 9 0,0 5 0,0-21 0,0 3 0,0-20 3034,0 10-3034,0-7 4537,-4 4-4537,-3-2 0,-2-6 0,-4-3 0,9-2 0,-2-2 0</inkml:trace>
  <inkml:trace contextRef="#ctx0" brushRef="#br0" timeOffset="100986">21084 16363 24575,'-8'8'0,"-5"8"0,6-11 0,-6 12 0,8-13 0,-9 17 0,10-15 0,-7 15 0,11-15 0,-7 12 0,4-10 0,-2 6 0,5-9 0,1-7 0,3-14 0,1-5 0,4-8 0,-3 14 0,0 4 0</inkml:trace>
  <inkml:trace contextRef="#ctx0" brushRef="#br0" timeOffset="101803">21507 15938 24575,'-10'7'0,"3"0"0,2 0 0,3 0 0,-5 7 0,1-6 0,-1 8 0,-2 2 0,1-2 0,-3 15 0,5-15 0,2 15 0,4-18 0,0 8 0,0 6 0,0-9-6784,0 24 6784,0-30 0,0 10 0,0-6 0,-2-20 0,-1 10 0,-2-26 0,-2 9 6784,-9-12-6784,5 10 0,-14-15 0,14 15 0,-1-4 0,-3 2 0,10 8 0,-8-8 0,8 11 0,-8-11 0,4 11 0,-9-10 0,10 12 0,-1 0 0,4 2 0,2-5 0,-1 0 0,3-3 0,-1-11 0,4 6 0,7-16 0,-4 17 0,5-3 0,-3 8 0,-1 4 0,9-4 0,-7 5 0,14-5 0,-12 3 0,9-4 0,2 0-6784,-7 3 6784,6-4 0,-2 6 0,-7 1 0,5 0 0,2 2 0,-7 2 0,13 0 0,-12 1 0,3-1 0,-10-2 0,16 0 0,-12 0 0,15-2 0,-4-3 6784,-10 2-6784,10-4 0,-15 7 0,4-6 0,-6 2 0,4 2 0,-7 2 0,2 5 0,-2-3 0,2 1 0</inkml:trace>
  <inkml:trace contextRef="#ctx0" brushRef="#br0" timeOffset="102591">22012 15887 24575,'5'7'0,"2"-4"0,-4 0 0,-3 6 0,-1-2 0,-8 13 0,2-6 0,1-1 0,-7 7 0,5-3 0,-2-4 0,-4 9 0,2-8 0,-1 2 0,2-5 0,4 0 0,2-10 0,0 10 0,0-4 0,3 1 0,-1 1 0,3-4 0,2-1 0,5 1 0,5-2 0,-1-1 0,2-2 0,-4 0 0,-1 0 0,3 0 0,-3 0 0,5 6 0,-2-2 0,3 7 0,-7-8 0,0 3 0,-3-3 0,-1-3 0,-1 0 0,-2-3 0,0 1 0</inkml:trace>
  <inkml:trace contextRef="#ctx0" brushRef="#br0" timeOffset="102992">21822 16378 24575,'10'0'0,"3"-4"0,-9 0 0,10-2 0,-5-1 0,5 1 0,-2-1 0,3 5 0,3 0-6784,18-1 6784,-18 3-3940,23-7 3940,-31 6-3231,29-7 3231,-27 7 0,30-3 0,-9 4 0,-4 0 0,9 2 3231,-30-2-3231,20 6 0,-21-5 3940,6 4-3940,-13-5 0,-5 0 0</inkml:trace>
  <inkml:trace contextRef="#ctx0" brushRef="#br0" timeOffset="104043">22586 15931 24575,'8'-25'0,"-2"6"0,-8 12 0,-9 7 0,-13 9 0,-11 10 0,9-5 0,-8 20 0,17-6 0,-3 0 0,3 15 0,11-31 0,-5 24 0,3-13 0,1 4 0,2 2 0,3-9 0,8-3 0,0-4 0,10-5 0,-10-1 0,9-5 0,-7 0 0,2-6 0,3-6 0,-8 2 0,6-10 0,-1 3 0,-4 2 0,4-9 0,-2-4 0,-1 8 0,2-15 0,-2 7 0,-4 8 0,6-14-6784,-4 10 6784,0 5 0,1-9 0,-3 11 0,0 1 0,1-3 0,-1 5 0,1-1 6784,3 1-6784,-4 5 0,1 0 0,-1 4 0,-3 3 0,2 3 0,-2 6 0,0 5 0,-2-1 0,2 1-6784,-7 10 6784,6-14-2557,-3 18 2557,4-19 0,0 19 0,0-15 0,0 16 0,0-16 0,0 0 5517,2-2-5517,-2-3 0,5 10 0,-5-9 3824,2 8-3824,-2 6 0,0-10 0,0 15 0,0-22 0,0 28 0,0-23 0,0 25 0,0-27 0,7 24 0,-4-18 0,8 8 0,-8-21 0,2-10 0,-3-14 0,-2 9 0,2-13 0,0 17 0,-1-1 0,1 6 0</inkml:trace>
  <inkml:trace contextRef="#ctx0" brushRef="#br0" timeOffset="113933">29104 15711 24575,'23'-9'0,"-11"5"0,10-7 0,-6 6 0,-5-3 0,7 4 0,-15-1 0,10 1 0,-5-2 0,15-3 0,1 2 0,-4 1 0,19-2 0,-12 2 0,2 1 0,5-1 0,-25 3 0,19-2 0,-17 0 0,3 1 0,-7 1 0,-5 1 0</inkml:trace>
  <inkml:trace contextRef="#ctx0" brushRef="#br0" timeOffset="183345">14195 11942 24575,'13'-5'0,"6"-2"0,-12 4-9831,38-4 8341,-31 7 1490,14-3 0,4-1 1630,23 3-1630,-27-2 0,1 0 1875,25 2-1875,-3-8 0,-37 7 0,30-9 0,-36 10 0,24-10 0,-21 10 6272,15-8-6272,-7 8 1544,-1-1-1544,-2 2 0,-9 0 0,-5 0 0</inkml:trace>
  <inkml:trace contextRef="#ctx0" brushRef="#br0" timeOffset="206480">5530 12269 24575,'18'-4'0,"-8"3"0,17-5 0,-10 3 0,2-2 0,3 2 0,-9-1 0,10 4 0,9-7 0,-14 6 0,16-5-6784,-10 5 6784,-5-1-3479,13-2 3479,-24 3-1403,15-3 1403,-18 1 0,12 3 0,-13-2 0,2 2 0,-3 0 0</inkml:trace>
  <inkml:trace contextRef="#ctx0" brushRef="#br0" timeOffset="208358">5592 8712 24575,'-5'7'0,"0"0"0,-2 0 0,-3 2 0,-8 5 0,4-1 0,-2-2 0,0 9 0,9-8 0,-6 4-6784,10-1 6784,-1-13 0,4 8 0,-2-5 0,2 0 0,0 9 0,0 7 0,0 2 0,0-2 0,2 11 0,-2-22-3233,6 26 3233,-5-28 0,6 24 0,-5-24 0,3 20 0,0-4 0,0 3 0,-1 8 5183,-1-17-5183,-1 3 0,0-16 4834,1 9-4834,1-8 0,1 1 0,-2 2 0,7-2 0,1 7 0,10 5 0,-4 1 0,-3-8 0,-1 5 0,-7-15 0,5 11 0,-3-6 0,3 3 0,3 0 0,1-4 0,1-3 0,-2-5 0,1-1 0,-1-9 0,0 4 0,-2-5 0,2 0 0,-8 3 0,2-3 0,-8 7 0,7-12 0,-2 1-6784,2-14 6784,-2 12 0,1-20 0,0 16 0,-1-6 0,1-4 0,1 3 0,-1-9 0,3 2 0,-7 16 0,2 3 0,-3 6 0,1 1 0,-2 0 0,-2 4 0,1 1 0,-3 2 6784,2-1-6784,-5-2 0,-1-5 0,-2-1 0,5 2 0,-3-3 0,2 4 0,1-3 0,-4-2 0,4 6 0,-5-5 0,5 7 0,-1 2 0,3-1 0,-2 5 0,-6-14 0,-5 2 0,2-3 0,-9-4 0,12 8 0,-6-3 0,7 5 0,6 2 0,-1 6 0,1-2 0,-4 6 0,3-1 0,0 1 0</inkml:trace>
  <inkml:trace contextRef="#ctx0" brushRef="#br0" timeOffset="-208413.73">19790 11512 24575,'0'9'0,"0"1"0,0 1 0,0 1 0,0-2 0,0 5 0,-2-2 0,-1 12 0,-2-4 0,3 6 0,0-14 0,2 2 0,0-3 0,0-4 0,0 3 0,0-6 0,0 0 0,2-3 0,-2 3 0,4-3 0,1 5 0,0 0 0,0 1 0,-3 1 0,0-2 0,-1 0 0,1 2 0,-2-3 0,-2 7 0,-1-9 0,-2 6 0,3-7 0,-5 6 0,2-3 0,-7 7 0,2-5 0,-2 3 0,3-3 0,1 0 0,1-2 0,0 1 0,2-13 0,0 3 0,3-8 0,0 6 0,1 1 0,-3-3 0,4 1 0,-2-1 0,-1 1 0,3 0 0,-4-5 0,3 5 0,-1-1 0,2 5 0</inkml:trace>
  <inkml:trace contextRef="#ctx0" brushRef="#br0" timeOffset="-207834.73">19792 11350 24575,'0'0'0</inkml:trace>
  <inkml:trace contextRef="#ctx0" brushRef="#br0" timeOffset="-184700.73">21739 11590 24575,'0'26'0,"0"-8"0,0 6 0,2-7 0,1 5 0,-1-8 0,3 4 0,-5-8 0,2 2 0,-2 3 0,0-2-6784,0 6 6784,0-6-741,0 2 741,0-9 0,-2 0 0,-3-3 0,0-3 0,-6 0 6417,3 2-6417,-6-2 1108,0 2-1108,-4-6 0,1-1 0,5-1 0,3 0 0,6 1 0,-1-2 0,4 1 0,-3 2 0</inkml:trace>
  <inkml:trace contextRef="#ctx0" brushRef="#br0" timeOffset="-184333.73">21746 11423 24575,'0'0'0</inkml:trace>
  <inkml:trace contextRef="#ctx0" brushRef="#br0" timeOffset="-167333.73">28223 11589 24575,'3'5'0,"3"2"0,-5 0 0,3 1 0,-2 3 0,-1 1 0,3-2 0,-3 12 0,1-15-6784,0 19 6784,-2-17 0,2 20 0,-2-9 0,0 4 0,3-5 0,-3-16 0,0-2 6784,-1-8-6784,-3 2 0,2-2 0,-5-3 0,1-2 0,1 2 0,1 1 0,2 2 0,-3-5 0,0-1 0,2 1 0,1 5 0,2 5 0</inkml:trace>
  <inkml:trace contextRef="#ctx0" brushRef="#br0" timeOffset="-166908.73">28283 11398 24575,'0'0'0</inkml:trace>
  <inkml:trace contextRef="#ctx0" brushRef="#br0" timeOffset="-164742.73">29927 11580 24575,'7'27'0,"-2"-9"0,-3 6 0,-4-12 0,2 7-8503,-9 2 8503,7-13 1719,-6 13-1719,3-6 0,2-2 0,-4 3 0,7-13 0,-4-2 6784,3-8-6784,-5-7 0,5 3 0,-4-1 0,5 8 0</inkml:trace>
  <inkml:trace contextRef="#ctx0" brushRef="#br0" timeOffset="-164408.73">29955 11447 24575,'0'0'0</inkml:trace>
  <inkml:trace contextRef="#ctx0" brushRef="#br0" timeOffset="-144907.73">17909 10738 24575,'0'18'0,"0"-8"0,0 7 0,0-12 0,-2 19 0,1-15 0,-3 19 0,4-22 0,-5 22 0,5-15 0,-2 16 0,4-19 0,0-1 0,-3-7 0,0-4 0,-6 2 0,-2-7 0,3 4 0,-1-2 0,5 3 0</inkml:trace>
  <inkml:trace contextRef="#ctx0" brushRef="#br0" timeOffset="-144549.73">17969 10610 24575,'0'0'0</inkml:trace>
  <inkml:trace contextRef="#ctx0" brushRef="#br0" timeOffset="-102108.73">19435 15515 24575,'5'22'0,"1"5"0,-5-16 0,1 9 0,0-6 0,-1-3 0,3 4 0,-4-10 0,7 8 0,-4-4 0,6 7 0,-6-9 0,3 4 0,3 3 0,-5-5 0,9 4 0,-8-10 0,2 1 0,0-3 0,4 1 0,-4-2 0,10-5 0,-11 4 0,28-12 0,-13 7 0,10-4 0,15-4 0,-20 7 0,13-5 0,-7 5 0,-24 7 0,18-2 0,-9 0 0,-1 1 0,-1-1 0,-6 2 0,-3 0 0,5-2 0,-1-3-6784,6 0 6784,-6 0 0,4-2 0,-1 2 0,5-4 0,7 1 0,-9 3 0,8 1 6784,-3 1-6784,6-1-6784,8 1 6784,-19-1 0,7 3 0,-12-3 0,2 1 0,-2 0 0,-7-1 0,1 2 6784,4 3-6784,-5 0 0,6 6 0,-5-2 0,5-1 0,-1 1 0,-1-2 0,1-1 0,-2-2 0,0 0 0,4 0 0,1 0 0,5 2 0,0-2 0,-5 2 0,-3-2 0,-6-4 0,-1-1 0,-2-7 0,0 0 0,0-7 0,0 8 0,-5-7 0,0 6 0,-5-1 0,3 2 0,-2 4 0,4 2 0,-2 0 0,4 2 0,1 1 0</inkml:trace>
  <inkml:trace contextRef="#ctx0" brushRef="#br0" timeOffset="-95369.73">19508 1515 24575,'-31'10'0,"-17"11"0,15-6 0,-4 4 0,1 1-3278,9-3 3278,-6 4 0,1 0 1030,13-9-1030,-9 13 0,-1 0-375,11-12 375,-5 9 0,1 2-316,6 1 316,-2 5-4742,7 6 4742,11-22 0,5 5 0,8-1 655,-4-7-655,9 14 0,-13-23 242,11 15-242,-4-13 0,7 7 0,-6-8 6784,2-1-6784,1 0 0,2-2 0,7 2 0,-10-4 0,-1-5 0,-7 4 0,-2-8 0,-3 8-6784,2-15 6784,-3 11 0,1-11 0,-2 15 0,0-1 0</inkml:trace>
  <inkml:trace contextRef="#ctx0" brushRef="#br0" timeOffset="-95090.73">19103 1843 24575,'13'-3'0,"8"-1"0,12 1 0,16 0 0,6 1-8503,-16 2 8503,-12 0 0,-1 2 1719,-15-1-1719,32 1 0,-34-2 0,25 0 0,-26 0-1135,15 0 1,-18 0 0,6 0 0</inkml:trace>
  <inkml:trace contextRef="#ctx0" brushRef="#br0" timeOffset="-94833.73">19746 1813 24575,'-7'46'0,"4"-20"0,-4 16 0,7-33 0,-2 27 0,2-10 0,0-1 0,0 11 0,0-21 0,0 6 0,0-10 0,0-6 0,0 2 0,0-2 0,0 0 0,0-3 0</inkml:trace>
  <inkml:trace contextRef="#ctx0" brushRef="#br0" timeOffset="-94558.73">19659 1832 24575,'11'-2'0,"-3"1"0,9-1 0,-10 2 0,25 0 0,-8-4 0,6 3 0,7-10 0,-26 10 0,19-12 0,-17 7 0,1-2 0,-1 0 0,-5 5 0,-1-2 0,-2 3 0,-3 2 0</inkml:trace>
  <inkml:trace contextRef="#ctx0" brushRef="#br0" timeOffset="-94008.73">20226 1735 24575,'-17'0'0,"-4"2"-9831,5 1 8341,2 1 4004,0 1-2514,9-2 1761,-4-1-1761,4 0 0,0-1 0,2 3 6655,1 3-6655,2 3 391,0 12-391,0 3 0,2 14 0,-1-8 0,7 5 0,-6-20 0,10 3 0,-10-13 0,8 5 0,-2-4 0,2 0 0,1-2 0,-1-1 0,-1-3 0,-1 1 0,0-4 0,2-5 0,-2 3 0,5-11 0,1 0 0,-3 4 0,8-11 0,-4 12 0,-4-1 0,0 2 0</inkml:trace>
  <inkml:trace contextRef="#ctx0" brushRef="#br0" timeOffset="-93640.73">20507 1730 24575,'-37'8'0,"-4"7"0,33-11 0,-14 11 0,16-9 0,-9 12 0,7-1-6784,0 15 6784,4-12 0,8 8 0,3-16 0,1 1 0,5 0 0,-1-8 0,-1 0 0,4-1 0,-9-3 0,7 1 0,-3-6 0,2-6 0,-2 1 0,-2-10 0,4 3 0,-6 1 0,9-5 0,-7 7 0,6-4 6784,-4 1-6784,-3 1-6784,-7 1 6784,-1 4 0,-7-4 0,0 4 0,0 2 0,1 2 0</inkml:trace>
  <inkml:trace contextRef="#ctx0" brushRef="#br0" timeOffset="-93117.73">21428 1732 24575,'-7'-3'0,"2"1"0,-6 2 0,5 2 0,-1 0 0,7 5 0,7-1 0,5-2 0,7 0 0,-8-3 0,-1 1 0</inkml:trace>
  <inkml:trace contextRef="#ctx0" brushRef="#br0" timeOffset="-92889.73">21336 1887 24575,'12'-8'0,"-3"2"0,2 6 0,-1 0 0,4-2 0,-6-1 0,-2-2 0,-3-6 0,-3 5 0,4-12 0,-3 12 0,5-10 0,-5 13 0,3-4 0</inkml:trace>
  <inkml:trace contextRef="#ctx0" brushRef="#br0" timeOffset="-92389.73">22668 1141 24575,'0'7'0,"4"13"0,-1-14 0,2 19 0,-1-6 0,-3-2 0,1 9 0,-2-20 0,0 22 0,0-5 0,0 3 0,2 14 0,-2-30 0,7 26-6784,1 1 6784,-2-12-4241,5 20 4241,-10-36-514,5 17 514,-5-19 0,3 6 0,-3-19 0,1 4 0,-2-7 0</inkml:trace>
  <inkml:trace contextRef="#ctx0" brushRef="#br0" timeOffset="-92071.73">22958 1340 24575,'23'-6'0,"-13"4"0,22-3-2591,-19 4 2591,29 1 0,20 1 0,-1 0-2315,-19-1 0,0 1 0,1-1 2315,1 1 0,2 1 0,3-1 0,1-1 0,3-2 0,5-2 0,1-1 0,-4 0 0,-7-1 69,8-2 0,1-3-69,-7 2 0,10-3 0,2 0 0,-5 0 0,-11 1-1023,-7 0 0,-5-1 1023,16-8 0,-11 2 632,-32 12-632,23-9 1197,-24 11 0,11-5 1,-15 9-1</inkml:trace>
  <inkml:trace contextRef="#ctx0" brushRef="#br0" timeOffset="-91383.73">24501 1169 24575,'8'28'0,"3"11"0,-8-26 0,2 17 0,-3-21 0,-2 13 0,0-15 0,2 12 0,1-8 0,-1-12 0,0 2 0,-2-25 0,0 17 0,0-23 0,0 4-6784,0-21 6784,0 17 0,-2-14-4537,-1 14 4537,1 6-3034,0-17 3034,2 30 0,2-22 0,-2 19 3034,2-3-3034,-4 6 4537,2 6-4537,-2-2 6784,12 0-6784,3 2 0,7-4 0,-6 5 0,-3 0 0,-8 2 0,7-1 0,-2-4 0,15 2 0,8-5-2051,-7 7 2051,18-5 0,14-3 0,-9 1-5088,4 0 5088,-9 3 0,13-2 0,7-1 0,2 0 0,-6 1-884,-7 1 0,-1 0 0,0 0 0,-1 1 1,0-1 883,-4 2 0,-2 0 0,0 0 0,3-1 0,4 0-370,0-1 1,8 0-1,3-1 1,3-1 0,-2 0-1,-4 1 1,-5 0-1,-9 1 370,1 0 0,-8-1 0,8 0-171,-6 2 1,8-2 0,4 0 0,4 0 0,2-1 0,0 0-1,-3 0 1,-4 1 0,-5 0 170,12-4 0,-6 1 0,-1 0 0,3 0 33,-6 1 1,3 0 0,2-1-1,-1 1 1,-3 0 0,-5 0-34,13-3 0,-6 0 0,-6 1 0,-4 1 0,-11 2 0,-19 1 0</inkml:trace>
  <inkml:trace contextRef="#ctx0" brushRef="#br0" timeOffset="-90618.73">25073 1154 24575,'3'16'0,"3"14"-9831,-3 4 8341,4-6 1490,-3 4 0,1-1 2818,-2-18-2818,10 41-2818,-8-36 2818,5 7-19,1-9 19,-5-11 4527,5 2-4527,-6-7 0,4 0 0,-6-5 6770,3-4-6770,-5-6 43,3 5-43,1-2 0,6 3 0,6 6 0,-4-6-6784,17 4 6784,-19 2 0,20-6 0,-25 8 0,5-3 0</inkml:trace>
  <inkml:trace contextRef="#ctx0" brushRef="#br0" timeOffset="-90368.73">25583 1187 24575,'5'10'0,"1"9"0,2-10 0,3 5 0,-1-7 0,8-5 0,-9-2 0,10 0-6784,21-17 6784,-18 13 0,19-15-4537,-2 1 4537,-23 9 0,25-12 0,-5 7-656,-21 7 656,24-6 0,3 8 0,-22 2 0,24-1 0,-13 4 0,-18 0 0,15 0 0</inkml:trace>
  <inkml:trace contextRef="#ctx0" brushRef="#br0" timeOffset="-89700.73">26391 902 24575,'0'18'0,"0"10"0,0-20 0,0 19 0,0-19 0,0 24 0,0-15 0,0 7 0,0-1 0,2-5 0,-2 0 0,2 10 0,-2-12 0,-2 10 0,0-5 0,-5-8 0,1-5 0,-1-5 0,-2-3 0,-1 2 0,-4 0 0,4 1 0,-10 3 0,6-5 0,-3 3 0,6-14 0,6 5 0,2-17 0,5 2 0,0 2 0,8-17 0,0 6 0,0 3 0,4-6 0,-9 22 0,6-10 0,-7 12 0,8-1 0,-4 4 0,2 3 0,-3 2 0,-3 2 0,3 5 0,-1-4 0,9 1 0,-5-8 0,0 1 0,3-8 0,-11 5-6784,8-12 6784,-9 11-4065,10-14 4065,-10 11 0,12-14 0,-7 8 0,5-5 0,-6 8 4771,0 9-4771,-5 4 0,0 5 0</inkml:trace>
  <inkml:trace contextRef="#ctx0" brushRef="#br0" timeOffset="-78886.73">22392 15753 24575,'23'-5'0,"3"0"0,-17 3 0,15-3 0,-13 5 0,14-7 0,-6 2-726,-3 0 726,-1 0 179,-1 1-179,3 1 0,0-4 0,1 0 0,-4 0 0,-3 1 0,2-2 0,-6 4 547,1 0-547,-2-1 0,-3 1 0,-1 0 0,-2 0 0</inkml:trace>
  <inkml:trace contextRef="#ctx0" brushRef="#br0" timeOffset="-78258.73">22949 15570 24575,'18'0'0,"-9"0"0,17-2 0,-2-3 0,-4 0 0,10-2-6784,-19-2 6784,3 5 0,-3-7 0,-4 6 0,1-3 0,-4 3 0,-2 3 0</inkml:trace>
  <inkml:trace contextRef="#ctx0" brushRef="#br0" timeOffset="119579.27">19713 11200 24575,'-16'2'0,"9"1"0,-10 0 0,9 1 0,-7-4 0,1 7 0,6-4 0,-3 4 0,4-3 0,-1-1 0,-3-1 0,3 0 0,1 1 0,2 2 0,1-1 0,1-1 0,-4 1 0,-1-3 0,-1 5 0,1-3 0,4 4 0,-1-4 0,1-1 0,0 0 0,0 0 0,0 7 0,-2-1 0,-1 6 0,0-8 0,0 6 0,-3-2 0,2 3 0,-1 3 0,7-9 0,0 2 0,2-2 0,0 1 0,0 1 0,0-2 0,0 6 0,0-4 0,0 11 0,0-7 0,-3-1 0,3 5 0,-2-8 0,2 11 0,0-7 0,2-4 0,1 2 0,-1-8 0,2 11 0,-3-9 0,5 6 0,-5-3 0,6-1 0,-3-2 0,4-3 0,-1 0 0,2 3 0,-4-2 0,0 3 0,-1-5 0,1 1 0,2 0 0,0-2 0,0 3 0,2-1 0,-5 0 0,6 1 0,0-1 0,-2 0 0,3-1 0,-4 1 0,-2-2 0,2 0 0,0 0 0,-2 0 0,6 0 0,-3 0 0,6 0 0,-6 0 0,1 0 0,-5 0 0,1-2 0,0 1 0,-3-3 0,5-1 0,-2 0 0,6-7 0,-1 4 0,4-3 0,-8 3 0,2 3 0,-5-3 0,2 4 0,-1-7 0,-1 6 0,1-2 0,-3 2 0,3-6 0,1 0 0,0-10 0,4 6 0,-4-6 0,2 8 0,-4-3 0,-1 6 0,-2-4 0,0 4 0,-3-2 0,3 0 0,0 0 0,0 0 0,5-2 0,-3 4 0,1-6 0,-1 7 0,-2-6 0,0 9 0,-2-3 0,-1 2-6784,-2-3 6784,3 2 0,0-5 0,2 7 0,0-9 0,-3 4 0,3-1 0,-2 3 1696,0 6 0,1 1 0,-1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46:12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 5789 24575,'7'-3'0,"-1"1"0,11-2 0,-10 3-9831,21-8 8341,-20 8-665,43-10 2155,-36 7-440,18-2 1,0-1 439,-17 2-1015,22-7 1,1 0 1014,-19 5 0,19-9 0,0 1 0,-25 10 980,13-6 1,0-2-981,-12 2 3000,11-2-3000,-15 5 0,-7 7 0,0-1 0</inkml:trace>
  <inkml:trace contextRef="#ctx0" brushRef="#br0" timeOffset="618">1098 5447 24575,'18'0'0,"2"0"0,-12 0 0,5 0 0,3 8 0,-7-3 0,9 8 0,-13-10 0,14 18 0,-7-9 0,28 28 0,-22-20 0,9 3 0,-10-4 0,-8-12 0,7 13 0,-11-12 0,2-1 0,-7-1 0,2-3 0,-2 4 0,2-4 0,3-1 0,-10 4 0,2 0-6784,-19 10 6784,12-10-2104,-7 6 2104,11-10-3840,-24 14 3840,19-13 0,-25 16-2568,-14 3 2568,24-9 0,-12 5 0,1 1 0,21-9 560,-32 19-560,31-14 2563,-14 16-2563,19-11 0,7 0 0,7-16 1008,13-6 0,-13-1 0,4 1 1</inkml:trace>
  <inkml:trace contextRef="#ctx0" brushRef="#br0" timeOffset="4695">19690 5807 24575,'35'2'0,"-5"-2"0,-3 2 0,9-2 0,-27 0 0,28 2 0,-29-1 0,19 1 0,-15-2 0,6 0 0,-8 0 0,-6 0 0,-1 0 0</inkml:trace>
  <inkml:trace contextRef="#ctx0" brushRef="#br0" timeOffset="5731">24328 5872 24575,'7'0'0,"23"0"0,-20-2 0,20 2 0,-1-9 0,-15 5-8503,25-9 8503,-29 9 0,5-2 1719,-4 4-1719,-5 1 0,7-1 0,-5 2 0,1 0 0,5 0 0,-6 0 1696,3 0 0,-8 0 0,-1 0 0</inkml:trace>
  <inkml:trace contextRef="#ctx0" brushRef="#br0" timeOffset="6363">24706 5757 24575,'10'8'0,"-1"3"0,2-2 0,-3-1 0,6 5 0,-7-9 0,0 0 0,0-2 0,-4 1 0,1 1 0,4 7 0,-6-4 0,-8 8 0,-4-11 0,-9 2 0,-1 2 0,13-6 0,-11 9 0,2-2 0,4-3 0,-14 11 0,18-10 0,-7 4 0,0 4 0,5-6 0,-15 16 0,19-19 0,-3 5 0</inkml:trace>
  <inkml:trace contextRef="#ctx0" brushRef="#br0" timeOffset="15288">19238 5901 24575,'0'25'0,"0"16"0,0-32-9831,0 42 8341,0-39 1490,0 43 2700,0-43-2700,1 23 0,0 3 1170,-1-14-1170,5 14 0,-1 0 0,-2-19 0,6 17 0,2 4 0,-4 10 0,3-3 0,1 2-2158,-3-12 0,-1-3 2158,2 17 0,0-12 0,-2-4 3800,-4-17-3800,3 19 0,0 4 0,-2 14 0,-1-20 0,-1 1 0,1 20 0,-4-19 0,-1-6 0,2-15 0,-2 18 0,-1 0 93,1-21-93,0 21 0,-1 1 149,1-17-149,-1 17 0,1 2 5187,2-16-5187,0 12 0,0 11 0,0 0-1159,1-3 0,0 0 0,0 5 1159,1-2 0,-1 5 0,1 3 0,-1-2 0,1-4-1211,1 4 0,-1-3 1,1 3 1210,0 4 0,-1 5 0,1 0 0,1-6 0,1-5 0,0-4 0,0-2 0,-2-1 0,0 0 0,0 0 0,1 9 0,1 1 0,-2-13 0,-1-15 0,-1 14 0,-2 4-3362,-3 4 3362,-2 0 0,-2-4 0,0-2-2160,-2 0 2160,2-12 0,1 3-362,-1 21 0,3-3 362,2-19-164,-1 15 1,-1 11-1,1-11 164,4-11 82,-1 6 0,0 14 0,0 4 0,1-6-82,0-6 0,2-3 0,-1 2 0,-1 10 0,1 3 0,1 1 0,0-2 0,2 2 0,-1-1 0,0-11 0,-1-10 0,0-1 0,1 17 0,0 11 0,1 0 0,-2-14 0,-1-19 0,0-2 0,0 21 0,-1 10 0,0-8 0,-1-17 0,-1-3 0,1 5 0,-1 1 0,-3 5 0,0-7 2130,3-18-2130,-4 15 0,0 0 0,5-16 0,-2 18 0,-1 6 0,5-4 0,0-1 955,-1 1 0,0 3-955,0 11 0,1 8 0,1-5-313,-1 2 0,0-1 313,0-10 0,0 1 0,0 1 0,0 7 0,0 2 0,0-5 0,-2 3 0,1-4 0,2 3 0,-2 2-850,-3-11 1,-1 1 0,1-11 849,2-13-597,-7 22 0,1-2 597,6-27 0,-13 36 0,11-39 2029,-12 30-2029,8-15 3034,1-1-3034,-2 10 4537,6-9-4537,-6 15 6784,6-12-6784,-6 22 0,8-37 0,-9 36-6784,4-17 6784,-2-2-2305,2 2 2305,5-27 0,-1 2 0,2-5 0</inkml:trace>
  <inkml:trace contextRef="#ctx0" brushRef="#br0" timeOffset="15821">18937 12515 24575,'5'23'0,"-1"-5"0,-2-3 0,-1-8 0,1 12 0,0-13-9831,3 14 8341,-2-13 4308,7 12-2818,-6-11 1719,5 2-1719,2-19-4537,8-15 4537,-3 2 0,17-16 0,-21 26-3034,27-21 3034,-27 23 0,32-19 0,-11 8 0,14-5 0,-8 0 0,-15 7 0,-12 9 3034,-2-6-3034,-6 6 4537,3-2-4537,-3 2 0,-4 6 0,5 1 1696,-3-1 0,1 3 0,-1-1 0</inkml:trace>
  <inkml:trace contextRef="#ctx0" brushRef="#br0" timeOffset="35252">19746 15020 24575,'7'24'0,"-2"-15"0,0 19 0,-1-22 0,1 13 0,0-7-8503,2 17 8503,-2-19-869,-3 9 869,0-16 0,3 8 0,-4-5 0,5 0 0,-5-1 5502,3-7-5502,-2 4-2914,22-11 2914,-15 7-4537,21-4 4537,-23 4-3034,31-3 3034,-27 2 0,28-6 0,-12 2 0,-11 1 0,12-5 0,-14 8 0,-5-2 3034,2 1-3034,-1 1 4537,-5-1-4537,16-3 0,-14 3 6784,11-4-6784,8 3 0,-6-3 0,8 1 0,15 2-872,-29 3 872,31 0 0,-35 2 0,26-3 0,-26 3 0,15-2 0,-22 0 0,12-3 0,-8 2 0,9-4 0,-1 0 0,-8 4 0,10-6 0,10 2 0,-6 1 872,6-1-872,9 3 0,-14 3-3392,6 2 0,1 0 3392,-5 1 0,13 2-4537,-8-2 4537,-13-2 0,14 2 0,-9-4 0,-2 2 0,18-9 0,-21 8 0,11-8 0,7 6 0,-16 1 0,20 0 4537,-31 2-4537,37 0-1082,-29 0 1082,33 0-2089,-18 5 0,-1 1 2089,-1-1 0,7 2 0,2 0 0,8-3 0,-13-1-2795,9-1 2795,-32-2 484,13-6-484,-9 2 0,7-3 3034,-3 3-3034,-9 3 4537,17 3-4537,-15-1 6784,12 8-6784,-14-6 0,7 2 0,-3-1 0,9 3 0,-5-2 0,0 2 0,1 2 0,-7-6-6784,26 10 6784,-23-7 0,19 3 0,-26-6 0,39 9-981,-30-9 981,30 7 0,-37-10 0,24 0 6299,-20 0-6299,17-2 0,-24 0 0,1 1 1466,-3 2-1466,2 3 0,8 3 0,-6-4 0,12-1 0,-4-9 0,2-3 0,-3 2 0,-5 2 0,-6 8 0,1 1 0,-1-1 0,5-8 0,0-5 0,2-6 0,-3 3 0,-3 0 0,1 4 0,-2 0 0,1 1 0,-1 1 0,-1 1 0,2-2 0,-3 1 0,1 1 0,-2 2 0,0 3 0</inkml:trace>
  <inkml:trace contextRef="#ctx0" brushRef="#br0" timeOffset="39164">24894 15001 24575,'0'15'0,"0"5"0,2-3 0,1 3 0,2-6 0,-1 11 0,3-10 0,1 21 0,-1-13 0,0-4 0,0-4 0,-2-9 0,4 8 0,-4-9 0,0 4 0,-1-9 0,9 2 0,7-2 0,-2 0 0,12 0 0,-22 0 0,24 0 0,-23 0 0,27 0 0,-4 0 0,18 0 0,-16 0 0,17-2 0,-41 2 0,45-10 0,-41 9 0,40-9 0,-40 10 0,39-9 0,-37 7 0,40-7 0,-10 6-547,-15 2 0,1-1 547,5 1 0,-1 0 0,-2 1 0,-2 0 0,7 0 0,12 0 0,-21 0 0,12 0 0,-11 0 0,8-2 0,-27 1 0,28-3 0,-32 4-5690,29-2 5690,-28-1 0,25 3 0,-10-2 0,-2 2 0,16 0 0,-29 0-4537,29 2 4537,-27-2 4537,28 7-4537,-11-6-4537,23 1 4537,-23-3 0,16-1-3034,-14-6 3034,-5 5 0,19-9 0,-32 8-25,37-7 25,-17 3 3022,5 1-3022,8-2 4518,-33 8-4518,28-5 6756,-29 5-6756,30-1 84,-18 4-84,15 5 0,-20-3 0,-3 4 0,-10-3 0,0-2 0,0 3 0,1-1 0,2 0 0,3 2 0,-3-4 0,3 1 0,-1-2 0,0 1 0,3-1 0,-5-2 0,1-2 0,-4-1 0,0-1 0,-1 1 0,-1-1 0,-1 1 0,-2-2 0,0 0 0,-4-6 0,1 7 0,-7-15 0,7 14 0,-5-13 0,0 4 0,2 3 0,-4-7 0,7 1 0,-4-1 0,4 1 0,1 10 0,2 8 0,0 4 0</inkml:trace>
  <inkml:trace contextRef="#ctx0" brushRef="#br0" timeOffset="56209">23137 14543 24575,'24'24'0,"9"3"-1591,-15-16 1591,12 2 516,-21-8-516,19 4 0,3-1-933,-13-2 933,15 6 0,6 0 0,2-3 0,-3-1-2793,7 8 2793,0-5 0,1 0 0,-14-1 0,-4-2 0,8 3 0,-2-1 0,-5-2 647,-21-7-647,20 9 0,-20-8 0,7 6 1057,-15-7-1057,-1 3 3097,-5-3-3097,3 3 0,-9 1 0,2 0 0,-11 4 0,10-6 0,-11 5 0,-12 2-926,14-2 926,-22 3 0,31-6 0,-37 11 0,20-5 0,-14 4 0,-3 4 0,33-13 0,-29 11 0,34-12 0,-29 11 926,16-3-926,-7-1 0,-1 0 0,8-1 0,-27 6-6784,4-5 6784,10-3 0,-19 6-701,13-6 701,3-1 0,-1 4 0,15-6 0,15-3 0,0 2 0,12-5 6437,1 0-6437,22 0 1048,-19 0-1048,27 0 0,-28 2-6784,29 0 6784,-28 1-2578,23 1 2578,-25-3-76,19 3 1,-21-4-1,10 3 1</inkml:trace>
  <inkml:trace contextRef="#ctx0" brushRef="#br0" timeOffset="128165">14774 5709 24575,'0'31'0,"0"-14"-9831,2 30 8341,-2-35 4308,2 26-2818,1-22 1719,-3 4-1719,2-1 0,-2-12 0,0 12 0,0-6 6784,0 6-6784,0-3 0,0 3 0,0 2 0,0-5-6784,0 12 6784,2-20 0,1 22 0,0-6 0,-1-2 0,0 10 0,-2-12 0,0 9 0,0 5 0,-2-15 0,2 9 0,0-6 0,0 9 0,0-8-4537,4 9 4537,-3-24 0,5 24 0,-3-13 0,-1 11 0,0-10 4537,-2-7-4537,0 1 0,-2-8 0,2 13 0,-4 3 0,3-5 6784,-3 15-6784,3-3 0,-1-7 0,6 21 0,4 1-603,-1-16 603,1 11 0,-1-3 0,-1-22 0,2 25 0,0 3 0,-1-19 0,-1 13 0,-2 5 0,-1-10 0,0-3 0,-1 20 0,-1-12 0,-2-1 0,-1 9 0,-3-4 0,2 16 0,1-44 0,0 34-6584,-1-12 6584,1 2 0,0-9 0,2 3-528,-1 0 0,2 2 528,0 14 0,0 1 0,0-16 0,-1 2 0,3 18 0,0-6 0,-3-27 0,3 30 0,0 0 0,0-29 0,0 22 0,-1 6 0,0-18 0,-1 0 0,0 11 0,0 0 0,-1-10 0,0 0 0,0 7 0,0-5 0,0-10 0,0 7 0,0 2-214,0 17 214,-1-14 0,2 4 0,3 15 0,1-2-567,-3-18 1,1-1 566,3 23 0,2-6 0,-2-24 0,-3 20 0,0-1 0,2-25 0,-1 25 0,-1 7 0,0-14 0,-1-1 0,1 1 0,-1 1 0,0 15 0,0-2 0,-1-17 0,1-2 0,0 0 0,1 2 0,0 7 0,0 5 0,-1-5 0,0-3 0,0-1 0,1 11 0,-1 3 0,0 8 0,-1-7 0,-1-19 0,2 18 0,-1-2 0,-1-29 0,0 16 0,0 0 0,0-21 0,0 16 0,0 0 5395,0-16-5395,0 12 0,0 3 0,6 16 866,-4 2-866,4-14 0,1-5 0,-6-9 0,7 11 0,-1 0 0,-5-14 0,5 12 0,1 3 0,0 15 0,2-6 0,-5-11 0,1-1 0,3 9 0,-4-9 0,0 1 835,2 7-835,2 18 0,-8-32 1871,3 8-1871,-4-3 0,0-12 0,0 1 0,0 2 0,0-4 623,0-2-623,6 9 0,-4-13-6784,6 27 6784,-7-21 0,5 28-333,-1-7 333,1 2 0,-2-3 0,-4 4 0,0-25 0,0 31 0,0-33 0,0 18 0,0 3 5360,0-4-5360,-1 9 0,0 4 0,-1-6 0,1-2 0,-2 15 0,2-4 0,0-5 0,1-25 0,-1 24 0,-1 0 0,2-23 0,-2 23 0,1-1 466,1-21-466,0 18 0,0 3 0,0 6 0,0-5 0,0 2-3178,0-7 0,0-3 3178,0 16 0,-4-9 0,0-2-662,2-11 662,-2 15 0,0 0 0,4-21 0,-2 18 0,-1-1 0,2-17 0,-4 14 0,0 6-1742,3-3 0,1-1 1742,-5 17 0,2 2 0,1-5-328,2-26 328,-5 26 0,-1 0 0,3-27 0,-2 25 0,-1-1 0,2-28 0,-1 27 0,-1 5 0,-3 2 0,5-18 0,1 1 0,-3 3 0,1-2-2465,-2 6 2465,0 9 0,2-20 0,1-4 0,4-14 231,-5 40-231,3-18 3034,0-3-3034,1 13 0,0-26 0,1 3 4537,-1-7-4537,2-10 0,-2-2 0,6-1 0,3 0 0,8-2 0,-3 2 6784,14-2-6784,-5 0 0,2 0-6784,7 0 6784,-22 0 0,22 0 0,-4 5 0,9 0 0,6 2-4537,-9 0 4537,-10-4 4537,2 1-4537,-9-4 0,2 2 0,11-2-4537,2 7 4537,0-3 0,1 3 0,1 2 0,-1-1 0,-1 0 0,-2 0 0,2-1-1517,22 7 0,-5 0 1517,-21-5-1015,22 4 1,-2 1 1014,-28-8 889,18 2 1,4 1-890,-1 1 0,7-2 0,10 1 0,-30-4 0,30 1 0,-31-2 0,11-2 2910,-26-2-2910,22 0 0,-8 2 0,1-1-2660,9 1 2660,-23-2 393,28 0-393,-28 0-2159,29 0 2159,-30 0 0,24 0 0,-27 0 2159,23 0-2159,-15-4 2641,6 1-2641,-2-6 0,-2-1 0,-1 4 4537,6-7-4537,-8 5 6784,-1 0-6784,7-2 0,-14 9 0,14-10 0,-5 5 0,0-1 0,5-4 0,-2 5-6784,3-6 6784,-4 5-3218,-1 0 3218,-13 2 0,11-2 0,-2-3-3471,8 0 3471,-5 1 3471,13-2-3471,-9 0 3218,3 1-3218,3-3 0,-17 9 0,15-11 6784,-7 7-6784,5-9 0,-8 7 0,2-1 0,-10 5 0,5 0 0,-1-1 0,-4 3 0,0-2 0,-1-3 0,-2-2 0,5-3 0,-1 0 0,0 4 0,1 0 0,-2 1 0,2-1 0,-2-6 0,0-8 0,-3 5 0,0-9 0,-2 16 0,0-17 0,0 6 0,0-4 0,0 8 0,3 3 0,1 0 0,2-2 0,-2 1 0,0 1 0,-3 10 0,1-11 0,-2 10 0,-2-17 0,-1 1-6784,1-19 6784,-1 16 0,4-7 0,1 2-117,-1 15 117,4-19 0,1-5 0,3-15-2249,-2 15 0,1 1 2249,0-13 0,-4 20 0,0 6 0,-3 16 0,7-44 0,-6 41 0,4-39 4498,-6 40-4498,2-38-4420,-2 14 4420,0 0 0,1 6 0,-2-1 0,-1-17 0,2 5-1517,-2-3 0,0 5 1517,-1 22-299,0-15 1,0-11 0,-1 0 298,-1 6 0,-1 1 0,1 1 487,-2-13 1,1-4-488,0 9 0,0-7 0,0 1 0,1 6 0,0-9 0,2 4 0,-1 6 0,0-2 0,1 2 0,2 0 0,0 1 0,0 9 0,1 1 0,4-16 0,1 0 0,-3 24 0,8-21 0,0 1 0,-8 23 0,10-17 0,2-6 1099,-3 11 0,0-1-1099,0 0 0,2-1 0,-1-2 0,0-5 0,-1-1 0,-1 4 0,0 3 0,0-1 0,-3-4 0,-1-4 0,-1 9 2693,-1 5-2693,0-13 0,0-12 0,0 11 126,0 9-126,-3 0 0,1-12 0,-2-3 0,1 2-251,-1 7 1,0 1 0,0-1 0,0-2 250,-1-4 0,0-3 0,0-2 0,1 2 0,-1 2 0,1 2 0,0 2 0,-1 1 0,1-1 0,-2-8 0,0-4 0,-1 5 0,2 13 0,0-2 0,0 0 0,-1-15 0,1 0 0,0 15 0,1 5 0,2-15 0,0-14 0,-1 16 0,1 25 0,0-15 0,2-12 0,-1 2-1337,0-5 0,1 1 1337,-1 14 0,0-1 0,1-1 0,-1-9 0,-1-1 0,1 4-916,3-2 0,0 4 916,-3 4 0,-1-1-430,0 0 0,1-2 1,-2 10 429,-1 10-110,1-10 0,0-9 0,0 7 110,-1-1 0,1 1 0,1-7 0,-1 7 0,0 2 449,0-2 1,1-9-1,0 3-449,-2 0 0,0 1 0,2-3 0,-1-1 0,-2 7 0,-1-3 0,-1 1 0,1 0 0,-1 0 0,0 2 0,0-2 0,-1-2 0,0-12 0,0-7 0,1 16 2211,2 18-2211,-1-10 0,1-10 0,0 10 0,1 10 0,0-27 0,0 0 0,0 29 0,-1-20 0,2-7 0,0 19 0,0 2 0,-1 1 0,0-1 0,1-19 0,0 0 0,0 19 0,-2 2 0,0-5 0,0-1 0,2-14 0,-2 6 0,-4 19 0,3-14 0,1-6 0,-2 12 0,0 3 0,1-20 0,0 6 0,2 5 0,0 22 0,0-23 0,0-1 0,0 22 0,0-19 0,0 1 3792,0 21-3792,-1-17 0,-1 0 1142,0 15-1142,-1-16 0,0-5 0,0 8 0,-1 1 0,-2-20 0,3 11 0,-1 6 6235,1 21-6235,-1-45 0,4 20 1195,-2-4-1195,-1-6 0,3 38 0,-2-26 0,2 19 0,0-2 0,-15 7 0,11 11-6323,-26 5 6323,22-2-4537,-37 10 4537,29-11-13,-11 5 0,-5 0 13,-19-3 0,21 1 0,-1-1 0,-17-1 0,-8 1 0,44-4 0,-37 2 4524,40-2-4524,-32-2 0,21 2 0,-9-2 39,3 0-39,14-1 0,-9 0 0,11 1 0,-3 4 0,7-1 0,-8 5 0,-6 1 0,-4 5 0,0-2-4537,-16 6 4537,27-12-3034,-32 8 3034,30-8-2029,-38 7 2029,32-6 991,-11 1 0,-4 0-991,-13-2 2533,0 3-2533,-7-3 0,19-2 0,9 1 0,-17-1 0,17 0 0,4-1 67,-13 1-67,6-2 0,5-2 0,-19 1-2553,-3-9 2553,16 7 0,-8-3 0,4 1 2964,21 4-2964,-28-2 0,-1-2 3681,25 1-3681,-22 1 0,-6 0 0,13 0 0,2 1 0,-19 1 0,10-1 0,-1-1 0,11 3 0,2 0 0,-3-1 0,0 0 0,0 0 0,0-1 0,-1-1 0,2-1 0,-11-3 0,-8-2 0,18 3 0,4 1 0,10 1 0,-11-2 0,-2-1-4230,-7-1 4230,4 3 0,-1-4 4230,27 9-4230,-4-3 0,20 14 0,-8-6 0,13 14 0,-10-13 0,7 28 0,-7-23 0,5 29 0,-6 17 0,-2-29 0,1 4-1389,-1 16 1,1 7 0,0-7 1388,-1-16 0,0 1 0,0 19 0,0 8 0,0-13-552,0-14 552,-1 10 0,0 16 0,0 1 0,0-13 925,0 5-925,-1-4 0,0 15 0,0-2 0,-1-16 0,-1-10 0,1 5 0,0 11 0,0-8-2974,-1 14 2974,0-23 0,3 1 0,7 17 743,-2-43 1,2 11-1,-3-18 1</inkml:trace>
  <inkml:trace contextRef="#ctx0" brushRef="#br0" timeOffset="129576">15266 6086 24575,'-8'5'0,"1"-2"0,23-1 0,-5-2 0,12 0 0,9 0 0,-15 0 0,33 0 0,-27 0 0,14-1 0,2 2 0,-8 1 0,24-2 0,-21 6 0,-4-1-2708,-9-2 2708,12 2 0,5 1 0,7-1 0,-2 0-3284,2-1 3284,7 1 0,7 1 0,-13-1 0,0-1 0,-4 0-2056,-11-1 0,1 0 2056,17 1 0,8 1 0,-16-2 0,-21-3 0,19 0 0,13 0 0,-9 0 0,-6 0 0,4 0 0,8 0 0,-16 0 0,-24 0 0,25-4 0,4-1 0,-15 0 790,5 1 1,1-1-791,1-4 0,-21 5 2711,23-7-2711,-21 6 5812,1-2-5812,1 4 0,-7-1 0,1 1 0,-1-1 0,-5-1 0,-14 4 0,5 0 0,-8 3 0,12-2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50:09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18027 3426 24575,'5'-2'0,"10"-7"0,-10 5 0,20-11 0,-19 8-9831,26-14 8341,-23 15 1490,10-9-2155,10-2 2155,-20 10 2155,21-12-2155,0-9-3034,-21 17 3034,20-22 0,-15-17 0,-7 32 3034,6-31-3034,-11 4-3034,-2 28 3034,-2-29 1336,-3 11-1336,0 22 0,0-20 2677,-1 0-2677,5 18 0,-4-17 0,5-11 0,0 30 0,0-26 0,0 11 5022,0 11-5022,-8-11 0,6 22 0,-26 19 0,21-6 1364,-13 9-1364,18-12 0,-13 28 0,8-20 1660,-9 20-1660,12 4-6024,3-21 6024,-1 22 0,2-31-2367,0 39 2367,0-26-1209,-4 26 1,0 0 1208,2-25-2316,-9 28 2316,10-37 0,-9 34 0,8-25-489,-7 23 489,9-37 0,-11 37 0,9-26 2094,-11 27-2094,-9 1 863,12-28-863,-14 32-609,1-16 609,13-15 0,-14 17 903,6 1-903,10-15 0,-8 15 0,5 0 2533,9-25-2533,-7 21 5129,9-33-5129,0 2 0,0-15 0,-2 10 1249,1-11 0,-1 14 0,2-6 0</inkml:trace>
  <inkml:trace contextRef="#ctx0" brushRef="#br0" timeOffset="1127">18322 3577 24575,'-13'20'0,"-13"25"-9831,18-29 8341,-10 19 1490,14-28-131,-18 27 131,12-20 2052,-18 31-2052,31-65 0,-6 21 0,12-26 0,8-13 0,4 2 0,4-6-961,-8 16 1,-2 4 960,-7 12 0,12-14 0,3-6 0,-5 9 0,8-11 0,-15 30 0,-9 7 0,-2 10 0,-2 19 209,1-22-209,-1 25 0,2-1 0,0-19 0,0 20 0,2-3-2392,-1-22 2392,3 18 3223,3-5-3223,3-11 5052,0 11-5052,-3-19 0,-5-12 0,-2 0 0,-5-6 0,4 9 0,-3-1 0</inkml:trace>
  <inkml:trace contextRef="#ctx0" brushRef="#br0" timeOffset="1461">18299 3764 24575,'15'-7'0,"-8"2"0,25-11 0,-23 12 0,11-9 0,1 2 0,-15 6 0,22-10 0,-21 12 0,1-2 0,-5 3 0</inkml:trace>
  <inkml:trace contextRef="#ctx0" brushRef="#br0" timeOffset="2910">19319 2785 24575,'-2'16'0,"0"-3"-9831,-9 14 8341,8-16 1490,-8 17 2818,11-23-2818,-10 29-2267,5-22 2267,-6 22-2370,-6 4 2370,11-21 0,-11 29 0,0 0 0,10-24 0,-1 8 0,-2 4 0,0-4 0,1-3-417,5-4 417,-5 4 0,-1 1-200,-5 19 200,9-30 1665,-5 13 1,3-4-1666,8-21 0,0 3-3331,15-58 3331,-9 32 3331,8-34-3331,-5 17 0,0 3-895,-1 9 895,0-9 0,1-3-3034,12-17 3034,-14 34 3034,13-34-3034,3 15 0,-16 22 0,15-17 0,1 0 4,-15 20-4,17-22 0,-25 28 607,23-24-607,-15 19-1618,11-12 0,0 1 1618,-13 13 0,15-19 0,-20 21 3232,6-4-3232,0 27 0,-4-9 3930,6 15-3930,2 29 0,-5-33 0,5 31-4537,6-4 4537,-13-29-2553,13 27 2553,-17-36-2188,13 33 2188,-10-26 2188,7 29-2188,1 10 0,-7-34 0,7 36 0,-9-48-241,3 23 1,-1 2 240,-1-9 116,2 9 0,-1-4-116,-4-21-2105,4 27 2105,-3-22 2105,5 24-2105,-5-37 3149,1 0-3149,-11-32 349,5 19-349,-5-16 0,5 23 2459,-9-30-2459,5 22 0,-7-24 0,12 36 0,1-1 0</inkml:trace>
  <inkml:trace contextRef="#ctx0" brushRef="#br0" timeOffset="3227">19185 3364 24575,'50'-4'0,"-24"5"0,6-8 0,1-5-7896,-22 8 7896,21-10-3079,-4 2 3079,-18 5-3148,39-19 3148,-39 20 0,16-11 0,-9 6 0,-11 6 0,9-5 0</inkml:trace>
  <inkml:trace contextRef="#ctx0" brushRef="#br0" timeOffset="4361">18704 3176 24575,'7'-2'0,"0"2"0,4-7 0,-3 4 0,2-2 0,-6 3 0</inkml:trace>
  <inkml:trace contextRef="#ctx0" brushRef="#br0" timeOffset="4696">18625 3296 24575,'26'11'0,"-11"-5"0,15 0 0,-19-6 0,32-6 0,-26 4-9831,35-19 8341,-40 15 4308,18-16-2818,-29 21 0,3-5 0,-4 8 0</inkml:trace>
  <inkml:trace contextRef="#ctx0" brushRef="#br0" timeOffset="31814">11069 10092 24575,'0'20'0,"-2"10"0,1-22 0,-5 20 0,4-21 0,-2 12 0,6-21 0,1 4 0,0-11 0,1 6 0,15-29 0,-10 23-3392,12-20 0,1 0 3392,-12 20 0,17-23-2417,-5 11 2417,-8 10-3736,22-21 3736,-25 26 0,8-9-767,9 6 767,-15 3 3357,19-5-3357,-26 6 2170,2 2-2170,10-1 5611,-12 1-5611,15 0 2027,-18 1-2027,40-4 0,-28 4 0,29-6 0,1-1-3457,-29 4 3457,31-5-2582,-17 5 1,-2 1 2581,-6-1 0,7 0 0,3 0-3750,14-2 3750,-25 3 0,26-2 0,-37 4-1858,37-6 1858,-26 4 1198,27-3-1198,-13 5 0,-2 2 3423,-4-1-3423,11 0 0,10-1 0,-9 1 863,-10 0-863,7 0 0,5 0 0,0 3 0,-3 0-1273,0 0 1273,-1-1 0,4 2 0,1-1 0,-5 0-3287,-13-1 3287,21 1 0,-3 0 0,-27-2 0,16 0 0,3 0-512,-11 0 512,28 0 0,-46 0 0,36-2 0,-29 2 3034,29-3-3034,-9-1 0,-20 3-3034,37-7 3034,-40 6 1854,32-6-1854,-31 7 0,44-6 0,-40 7 0,16-1 0,0 0 0,-16 1 3952,19 0-3952,-1 0 0,-20 0-3952,41 0 3952,-42 0 0,15 0 3952,-24 0-3952,20-2 0,-15 1 1765,15-1-1765,16-2 0,-22 3 0,26-6 0,-5 7 0,-19-2 0,26-1 0,-32 3 6784,1-2-6784,-6 0 0,-3-1 0,11-2 0,-4 2 0,2 1 0,-4 2 0,-8 2 0,-1 3 0,-2 19 0,0-12 0,0 11 0,0-5 0,0-10 0,0 9 0,2 0 0,-2-9 0,5 10 0,-1 1 0,0-9 0,4 23 0,-7-23-1359,5 5 1359,-5-11-711,3 10 711,-3-7 0,3 12 0,-4-13 0,2 7 0,-2-7 0,0 9 0,0-9 0,-2 18 0,2-16 1308,-2 16-1308,2-12 0,0 1 762,0-2-762,0 0 0,0-1 0,0 2 0,-3 2 0,3-9 0,-4 6 0,3-7 0,-1 0 0</inkml:trace>
  <inkml:trace contextRef="#ctx0" brushRef="#br0" timeOffset="34935">14509 10110 24575,'0'0'0</inkml:trace>
  <inkml:trace contextRef="#ctx0" brushRef="#br0" timeOffset="35737">17065 9652 24575,'0'0'0</inkml:trace>
  <inkml:trace contextRef="#ctx0" brushRef="#br0" timeOffset="36589">18889 10090 24575,'5'0'0,"-1"0"0</inkml:trace>
  <inkml:trace contextRef="#ctx0" brushRef="#br0" timeOffset="37156">21114 9604 24575,'0'0'0</inkml:trace>
  <inkml:trace contextRef="#ctx0" brushRef="#br0" timeOffset="40580">8970 12561 24575,'15'5'0,"11"10"0,-20-10-9831,21 27 8341,-24-23 1490,10 15 2818,-11-19-2818,5 27 1719,-3-21-1719,2 19 0,0 0-3506,-4-19 3506,4 21 3511,-4-12-3511,1-14 0,-1 13 0,5-10 0,-4-5 0,23 11 864,-17-14-864,15 5-1866,8 0 0,-1-2 1866,-11-2 0,9 3 0,7-1 0,12-5 0,-4-1-3588,-10 1 3588,12-1 0,7-1 0,-12-2 0,1 0 0,-6 0-1120,8-2 1120,-4 2 0,6-2 0,-13 2 2873,-18 5-2873,22-3 0,15-2 0,-6 1-1491,-16 3 1,0 0 1490,14-1 0,8-2 0,0 2 0,-3 0 0,0 2 0,-6-1 1181,-13 1 0,2-1-1181,8 1 0,12-1 0,4 0 0,-5 1 0,-12-1 0,12 1 0,-7 0 0,7 0 0,-15 0 150,-22 0-150,31 1 0,4 1 0,-15-2 0,13 1 0,-5 0 630,-33-1-630,38-4 0,-28 3 0,18-5 0,-1-1 0,-23 3 2268,13-6 1,3-2-2269,7-13-4537,-2 8 4537,-2-3 651,15 1-651,-23 11-1625,26-9 1,1-1 1624,-25 12-1087,8-3 0,-4 0 1087,-21 9 0,35-6 0,6-1 0,-18 2-97,13 0 0,13-1 0,-14 0 97,-19 0 1014,5 2 1,3 0-1015,14-4 0,-27 4 0,27-2 0,1 1 0,-24 1 0,14 2 0,13 0 0,-11 0 0,-10 1 0,16 0 0,-5 0 3034,-30 1-3034,38 2 0,6-1-3034,-23 0 3034,19 1 0,6 1 0,-12 1 0,-6 0 357,-2 0-357,4 1 0,2 0 0,11 2 0,-35-2 0,37 2 0,-26 0 0,-11-4 3211,24 3-3211,-29-1 0,3 0 0,-7-2 0,-7-1 4003,4-2-4003,15-2 0,-16-1 6784,17 0-6784,0-1 0,-10 3 0,24-1 0,-27 2 0,18 7 0,-21-6 0,21 12 0,-20-12-1279,7 8 1279,-11-9 0,11 4 0,-7-3 0,24 3 0,-21-3 0,9 1 0,-1-4 0,-11 1 0,22-3 0,-22 3 0,15-3 0,-16 3 0,4-1 0,-9 0 1279,1 0-1279,-3-3 0,2-2 0,0 1 0,1 0 0,1-1 0,-3-1 0,1 1 0,0-5 0,-2 4 0,2-1 0,1 2 0,-1 0 0,1 4 0,-1-2 0</inkml:trace>
  <inkml:trace contextRef="#ctx0" brushRef="#br0" timeOffset="43027">19846 12495 24575,'0'17'0,"0"-1"0,2 18 0,-2-22-4916,3 18 1,-1 1 3425,-2-17 1490,2 18 2818,0-10-2818,3-5 0,0 2 1719,0-6-1719,1-8 0,-3-2-4537,30-12 4537,-20 4 0,19-13 0,10-2 0,1 0 0,-7 4-759,0 2 1,11-4-1,1 0 1,-12 6 758,2 2-182,8-3 1,9 1 181,-7 6 0,4 3 0,-7 1 0,-12 0 0,1 1 0,9-2 0,6-1 0,4 2 0,-8 3 0,5 2 0,0 0 0,-2 0 0,-9-1 0,-2 0 0,0-1 0,2 2 0,7 0 0,4 0 0,2 1 0,-4 0 420,5 0 1,0 1 0,-1-1 0,-1 0-421,0-2 0,-2 0 0,1 0 0,1 0-538,6 1 0,2 1 0,-1 0 0,-4-1 538,3-2 0,-4-2 0,-16 0 2550,-23-1-2550,19-3 0,12-3 0,-6 2 3448,6 1-3448,-1-2 0,13-4 0,0-1 0,-14 4-2553,-1 0 2553,5-1 0,5-1 0,6 2 0,-6 3 0,-14 2 0,20-2 0,-6 0-278,-37 5 278,26 0 0,19 0 0,-9 0-230,-22 0 0,2 0 230,16 2 0,14 1 0,6 1 0,-6 0 0,-14-1 0,-15-2 0,-1 1 0,14 3 0,9 2 0,0 1 0,-10-2 0,3 1 0,-3 0 0,-6-1 0,-6 1 0,1 0 0,8-1 0,9 1 0,-3 0 0,-14-1-47,-15-1 47,28 3 0,16 2 0,-6-1-71,-22-1 0,3 0 71,4-1 0,11 2 0,6 1 0,-1-1 0,-5-1 0,-12-1 0,-4 0 0,-3-1 0,13 2 0,7 0 0,-1-2 0,-8-3 0,-1-3 0,-7 0 0,9-2 0,-4 3 0,6 0 0,-12-1 378,-21-3-378,35-5 0,6 1 0,-15 3 0,9-6 0,11-5 0,-13 5-2064,-18 5 2064,5-5 0,-6 1 0,-23 7 3034,18-7-3034,-11 4 0,12-3 0,-17 8 0,18 0 0,-15 0 0,31 0 0,-33 0 0,12 0 4537,-13 0-4537,-4-2 0,1-1 0,-6-21 2883,1 14-2883,-1-14 0,2 20 0,2-16 0,-1 11 0,3-15 0,-4 21 0,3-4 0</inkml:trace>
  <inkml:trace contextRef="#ctx0" brushRef="#br0" timeOffset="47878">13946 12595 24575,'2'30'0,"2"15"0,0-32-9831,4 27 8341,-5-32 4308,6 14-2818,-6-17-2818,25 6 2818,-18-7 0,16 2 0,-19-6 0,37-6 0,-23 4 0,17-3 0,11-3 0,-8 2 4242,-3 0-4242,13-2 0,13-1 0,-14 2-4439,-18 1 4439,20 0 0,-6 2 3680,-34 4-3680,23-1 0,18 0 0,6 0 0,-12 1-783,-11 1 1,1 1 782,8-1 0,13 0 0,7 0 0,0 0 0,-5 1 0,-13 0-1753,3 4 0,-4 0 1753,-3-3 0,5 0 0,2-1 0,-1 1 0,2-1 0,1 1 0,-2-1 0,-6-1 0,1-1 0,-1 1 0,7-1 0,6 1 0,4 0-441,-10 1 0,4 0 1,2 0-1,-5 0 0,-9-1 441,-4 0 0,1 1-101,1-1 1,7 1 0,6-1 0,1 1 0,0 0 100,-3 0 0,4 1 0,0-1 0,-1 0 0,-4 0 0,-8 0 0,10-1 0,-1 1 0,-7-1 0,10 2 0,4-1 0,-2 1 0,-8-1 0,-15-1 1939,-1-1-1939,16 1 0,12 1 0,-8-1 0,-23-1 0,0 1 0,12 0 0,10 0 0,-3 0 0,-18 0 1761,-21-1-1761,31-3 0,4 0 0,-22 1 0,15-2 0,-4-1 593,-25 5-593,32-15 0,-25 12 0,27-12-3034,-5-1 3034,-20 10 3034,21-11-3034,14 8 0,-33 5 0,18 0 0,12 0 0,-9 1-3034,-6 3 3034,10-1 0,-5 0 3034,-26 1-3034,22 3 0,4 1 4537,-9-3-4537,4 2 0,10 0 0,-10-2 0,-10-1 0,7-3 0,-2 0 0,-17 1 0,21-8 0,-26 9 0,18-8 0,-19 6 0,23-6 0,-21 6 4693,12-2-4693,-16 5 0,16-2 0,-9 2 0,10-5 0,1 5 0,-12-2 0,11 2 0,4 0 0,-12 0-6091,27 6 6091,-30-2 0,10 3 1398,-18-5-1398,4 0 0,8-6 0,-5 3 0,5-4 0,-2-10-738,-6 10 738,6-13 0,-2 0 0,-7 8-529,7-18 529,-9 20 0,1-14 0,-1 18 0,-2-4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51:20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7672 7356 24575,'37'-16'0,"-23"9"0,20-6-9831,7-5 8341,-26 15 412,30-10 1,2 0 1077,-26 8-440,9-1 1,-2 1 439,-19 3-1015,26-3 1,2-1 1014,-11 4 1014,7-4 1,5 1-1015,2 5 0,-5 0 0,-5 0 0,5 0 0,6 0 0,13 0 0,-5 0 0,-13 0 0,11-1 0,6 0 0,3 1 0,-6 0 0,-13-2-12,11 2 1,6 0 11,-12-3 0,-7 1 0,-12 1 0,15-2 0,-4 0 3022,-27 2-3022,34-7 4519,-26 6-4519,16-4 0,-3-1-2887,-18 6 2887,14-8 3419,5 4-3419,-17-1-2348,23 1 0,2 0 2348,-18 2-2624,31-1 2624,-43 4-509,22-2 0,3 0 509,-11 1 393,7-1 0,6-1-393,6 1 0,-3 0 0,-11-1 0,9 1 0,6-1 0,10-3 0,-6 0-498,-15 3 498,22-2 0,-4 1 2633,-34 4-2633,28-1 0,19 1 0,-7-1-625,-17 1 0,4 0 625,-2 1 0,11 1 0,6 1 0,2 0 0,-1 0 0,-6-1 0,-10 0 0,10 0 0,-4 1 0,2 1 0,7 2 0,2 0 0,-3 0 0,-9-2 0,1 0 0,-4 0 0,-6 0 0,-1 0 0,-1-1 0,19 3 0,7 1 0,-15-2 344,-20-2-344,15 0 0,0-1-1727,-9 2 1727,7-2 0,2-1 1231,-2-3-1231,-24 1 0,21-1 0,-31 2 910,8-6 1,-8 4 0,5-4 0</inkml:trace>
  <inkml:trace contextRef="#ctx0" brushRef="#br0" timeOffset="1440">12295 7228 24575,'33'-2'0,"-14"1"-8876,15-1 8876,-21 2 0,-5 0 602,41 2-602,-15-1 0,14 0 0,4 0 0,-22-1 0,3 0 0,14 0 0,8 0 0,-6 0 0,-9 0 0,-2 0 0,15 0 0,2 0 0,-1 1 0,-5 0 0,-5 0 0,0 0 0,4 0 0,2 0 0,-4 1 0,2-2 0,-3 2 0,3-1 0,-3-1 0,-4 0 0,10 0-1458,-12 0 0,-2 0 1458,-7 0 0,5 0 0,2 0-3077,12 0 3077,-11 0 0,4 0-347,12-1 1,-2-1 346,-23 2 0,-1 0-712,19-2 0,-2 1 712,-7 1 1927,-7 0-1927,10-2 0,3-1 0,-12 1 0,0 0 0,10 0 0,-4-1 0,-11-1 494,3 1 1,2 1-495,1-1 0,-1 0 0,4 1 0,4 2 0,0 0 0,-8 0 0,-1 0 0,10 0 0,-1 0 0,10 0 0,0 1 0,2 0-1122,-22 0 1,0-1 1121,25 1 0,-3 0 0,-13 2 0,-12-2-337,22 1 1,4 0 336,-23-1 0,0-1 924,22 1 1,3 0-925,-10-3 0,-6 0 0,4-1 1472,-9 0 1,0-1-1473,11-8 0,-31 8 0,22-9 0,-30 12 4403,5-5-4403,-6 5 0,2-1 6584,8-2-6584,-3 1 0,4-2 603,-7 3-603,21-7 0,-15 5 0,16-5 0,3-2 0,-19 9-4364,16-6 4364,-20 5-205,7-1 205,-8-2 0,8 1 0,-5 1 0,-7 4 0,5-5 0,-4 3 0,-4-1 0,8-1 4308,-3 3-4308,10-3 261,-5 3-261,1-1 0,16 7 0,-20-4-1153,22 3 1153,-26-2-661,20 0 661,-16 1 0,10-1 0,-13-2 0,-2 0 0,10 0 0,-8 0 278,15 2 1,-18-1-1,5 1 1</inkml:trace>
  <inkml:trace contextRef="#ctx0" brushRef="#br0" timeOffset="3089">19111 7211 24575,'0'0'0</inkml:trace>
  <inkml:trace contextRef="#ctx0" brushRef="#br0" timeOffset="3639">20759 7009 24575,'0'0'0</inkml:trace>
  <inkml:trace contextRef="#ctx0" brushRef="#br0" timeOffset="4188">22412 7075 24575,'0'0'0</inkml:trace>
  <inkml:trace contextRef="#ctx0" brushRef="#br0" timeOffset="5577">23868 7211 24575,'0'0'0</inkml:trace>
  <inkml:trace contextRef="#ctx0" brushRef="#br0" timeOffset="6044">24846 7057 24575,'0'0'0</inkml:trace>
  <inkml:trace contextRef="#ctx0" brushRef="#br0" timeOffset="24147">3694 16629 24575,'2'16'0,"1"1"0,-1-4 0,3 4 0,-5-9 0,2 4 0,-2-1 0,0 3-6784,0 5 6784,0-3 0,0-1 0,0-10 0,0 4 0,0-2 0,0 1 0,2-3 6784,3-3-6784,11-7-6784,10 2 6784,-6-2-602,9 3 1,5 0 601,1 1 0,1-1-951,0 1 0,3 0 951,4 0 0,6 0 0,3 1 0,-2 0-877,-3-1 0,-1 1 0,1 1 0,-1-1 877,-1 0 0,-2 0 0,2 0 0,4 0 0,1 0 0,6 0 0,2 0 0,-1 0 0,-6 0 0,-11 0 286,-2 0 0,0 0-286,6 0 0,11 0 0,5 0 0,0 0 0,-7 0 0,-6-1 0,-2 0 0,-2 0 0,2 0 0,8-1 0,2 1 0,0 0 0,-2-1 0,-8 0 0,-1 0 0,-1-1 0,1 1 0,17 0 0,0 1 0,-13-1 0,-7-2 0,9 2 0,13 1 0,-14 0 0,-17 0 0,16-1 0,14-1 0,-5 1-360,-11 0 1,1 1 359,-1 0 0,7 0 0,3 0 0,-3 1 0,-6-1 0,-1 0 0,0 1 0,-3 0-106,4-1 1,-3 1-1,3 1 106,4-1 0,6 1 0,-4 1 0,-11-1 0,1 0 0,1 1 0,13 2 0,0-1 0,-12 0 0,3-1 0,-7 1 0,12 1 0,3 1 0,-5-1 0,-8-1 0,-3-1 0,1 1 0,2 1 0,1 0 0,1 0 0,-1 0 0,3 0 0,-2 0 0,-9-1 0,10 2 0,-11-1 0,9 1 0,4 1 0,-2-1 0,2 1 0,2 1 0,-2-1 0,-2 0 150,0 0 1,-3-1 0,6 0-151,0 1 0,8 2 0,0-1 0,-4-1 0,-12-2 0,16-2 0,-19 0 0,10 1 0,8 1 0,3 0 0,-1-1 0,-5-1-106,0-2 0,-3-1 1,0 0-1,1 0 0,0 1 106,3 1 0,1 1 0,0 1 0,2-1 0,3-1-156,-9-2 0,5 0 0,3-2 0,0 1 0,-1-1 0,-4 1 0,-6 0 0,-7 1 156,12-1 0,1 1-115,-11-1 0,12 0 0,6-1 1,4 0-1,1-1 0,-5 1 1,-6 1-1,-12 0 115,12 1 0,-1-1-32,-15 1 1,8-1 0,8-1 0,3 0 0,1 0 0,-1 0 0,-3 0 0,-6 1 0,-9 0 31,4 1 0,-8 1 0,9-1 0,-6-1 0,8 0 0,4 0 0,5 0 0,1-1 0,1 0 0,-1 0 0,-4 1 0,-3-1 0,3 0 0,-3 0 0,-1 0 0,-1 0 0,2-1 0,4 1 0,-3-1 0,2 1 0,3-1 0,1 1 0,1-1 0,-1 0 0,-1 0 0,-3 1 0,-3-1 0,3 0 0,-4-1 0,-2 1 0,-1 0 0,3-1 0,4 1 0,-3 0 0,6 0 0,2 0 0,3 0 0,-2-1 0,-1 1 0,-5 1 0,-5-1 0,-9 2 0,18-3 0,-1 1 0,-12 1 0,11 0 0,7 0 0,3 0 0,0 0 0,-3 0 0,-8 1 0,-11 1 0,8 0 0,0 0 0,-13 0 0,7 0 0,6 0 0,4-1 0,3 1 0,0-1 0,0 0 0,-3 1 0,-5 0 0,9 1 0,-3-1 0,-3 1 0,2 0 0,2 0 0,6 0 0,-17-1 0,4 0 0,3 0 0,2 0 0,1 0 0,1 0 0,0-1 0,-1 1 0,-2 0 0,-1 0 0,-4 0 0,-3 1 0,13-1 0,-5 1 0,-3 0 0,-1 0 0,3 0 0,4-1 0,-5 0 0,4 0 0,4 0 0,2 0 0,1-1 0,-2 1 0,-3-1 0,-5 1 0,-6 0 0,-8 0 0,16 0 0,1 0 0,-17 1 0,9-1 0,8-1 0,4 1 0,3-1 0,0 1 0,-2-1 0,-5 1 0,-5 0 0,-10 0 0,10 1 0,-10-1 0,9 1 0,-9-1 0,8 0 0,5 0 0,5 0 0,1-1 0,1 1 0,-3 0 0,-4-1 0,-7 1 0,-8 1 0,6-1 0,-10 1 0,9-1 0,-3 0 0,7-1 0,7 0 0,3 0 0,3-1 0,1 0 0,-2 0 0,-3 1 0,-5-1 0,5 0 0,-2-1 0,-3 1 0,0-1 0,0 1 0,1-1 0,1 1 0,0 0 0,0 0 0,1 0 0,1-1 0,1 1 0,-5-1 0,2 0 0,2 0 0,0-1 0,-1 1 0,-1 0 0,-2 0 0,-4 1 0,5 0 0,-5 0 0,-1 1 0,0 0 0,0-2 0,3 1 0,-1-2 0,0 1 0,2-1 0,3 1 0,-3 1 0,5 0 0,3 0 0,-1 0 0,-3 0 0,-6 0 0,-9 0 0,5-3 0,-1 0 0,3 3 0,12-1 0,6 0 0,1 1 0,-7 0 0,-13 0 0,-4-1 0,0 1 0,-5 0 0,8 0 0,6 0 0,3-1 0,1 1 0,-1 1 0,-4 0 0,-1 0 0,-2 2 0,-1 0 0,2 0 0,1-1 0,4 1 0,-4-1 0,4 0 0,2 0 0,1-1 0,1 1 0,1-1 0,-1 1 0,-1 0 0,-2 0 0,0 0 0,0 0 0,-1 0 0,0 1 0,-1-1 0,0 1 0,-3-1 0,0 1 0,4 0 0,-2 0 0,-2 0 0,0 0 0,0 0 0,1-1 0,2-2 0,0 0 0,1 0 0,-1-2 0,-2 1 0,-2 0 0,4-2 0,-3 0 0,0-1 0,4 0 0,-8 1 0,5-1 0,1 0 0,2 0 0,-2 0 0,-2-1 0,-4 2 38,6-2 1,-5 0-1,-1 0 1,4 0-39,3-1 0,3-1 0,2 0 0,-1 0 0,-4 1 0,0 1 0,-4 0 0,0 1 0,6-1 0,-9 2 0,2-1 0,3-1 0,1 1 0,2 0 0,-1 0 0,1 1 0,-1 1 0,1 0 0,1 0 0,1 0 0,-1 1 0,-1-1 0,-2 1 0,-2 0 0,7-1 0,-3 0 0,-2 0 0,1 0 0,5 1 0,-8 1 0,5 1 0,3-1 0,0 1 0,-1 0 0,-4 1 0,-5-1 0,-9 1 0,9 1 0,1-1 0,-11 0 0,9 0 0,6 0 0,3-1 0,2 0 0,1 1 0,-2 0 0,-4 0-22,0 0 0,-1 1 0,0 0 0,0 0 0,-1 0 0,-1 0 0,0 0 22,4-1 0,-2 0 0,-1 0 0,2 0 0,1 0 0,3 1 0,-6-1 0,4 1 0,2 0 0,2 0 0,0 0 0,-1 0 0,-2 1 0,-2-1 0,-4 0 0,9 0 0,-6 0 0,-1 0 0,1 0 0,5 0 0,-10-1 0,3 0 0,2 0 0,2 0 0,1-1 0,-1 1 0,-2 0 0,-2 0 0,-3 0 0,10 0 0,-4 1 0,-2 0 0,1 0 0,3-1 0,-3-1 0,3 0 0,2-1 0,1 1 0,-1-1 0,-2 1 0,-3 1 0,7 0 0,-2 1 0,-2 0 0,-1 0 0,0 0 0,-3-1 0,-1 0 0,-1 0 0,2 0 0,3 0 0,0 1 0,6-1 0,3 1 0,-1 1 0,-3-1 0,-6 0 0,-10 0 0,7 0 0,1 0 0,-11 0 0,9 1 0,6-1 0,5 1 0,0 0 0,1 0 0,-3-1 0,-6 1 0,2-1 0,-3 0 0,-1 0 0,-1 0 0,0 1 0,3-1 0,-3 0 0,2 1 0,-1 0 0,1 0 0,1 0 0,1-1 0,0 1 0,-1-1 0,3 0 0,2 0 0,0 0 0,-1 0 0,-4 0 0,-5 0 0,-6 0 0,5 0 0,-8 0 0,8 0 0,-5 0 0,9 0 0,5 0 0,3 0 0,0 0 0,-4 0 0,-7 0 0,-9 0 0,8 0 0,-1 0 0,1-1 0,11 0 0,7 0 0,-2-1 0,-8 0 0,-13 1 0,13-4 301,-13 1 0,10 0 1,0-1-1,-11 0-301,14-11 0,-17 10 0,0 0 0,10-13 2626,-38 14-2626,16-6 0,-23 6 3927,15 1-3927,-7 1 5872,9-1-5872,-6 3 2754,12 1-2754,-4 3 0,2 1 0,3-1 0,-22 1 0,9-3 0,-10 1 0,8 6 0,-7 5 0,4 8-6784,-14 3 6784,4-9-4537,-15 7 4537,10-15-3034,-22 18 3034,19-17 0,-23 24 0,5-2 2842,3-6-2842,5 3 0,-1 1 0,-7 12 0,3 3 0,7-16 0,1-5 4442,9-11-4442,-18 27 6642,19-31-6642,-12 23 0,12-24 0,-8 12 429,7-8-429,-2-9 0,3-7 0,0-11 0,4 4 0,-8-4 0,3 2 0,-6-5 0,4 3 0,3 7 0,5 6 0</inkml:trace>
  <inkml:trace contextRef="#ctx0" brushRef="#br0" timeOffset="78639">8111 15146 24575,'-7'7'0,"-2"4"0,5-5 0,-4 11 0,7-10 0,-6 14 0,5-16 0,-5 22 0,4-20-9831,-6 37 8341,8-33 1490,-5 19 2818,3-10-2818,19-33 0,-11 21 1719,16-31-1719,0-8 0,-1 0 0,-4 8 0,7-11 0,8-9 0,-7 8 6784,-5 12-6784,6-3 0,9-4 0,-8 8-6784,-9 10 6784,32-12 0,-44 22-4537,50-5 4537,-32 6 0,32-6 0,-8 7 0,-4 0-3034,-12 0 3034,14 0 0,-2 0 3034,-25 0-3034,16-1 0,3-2 0,-8 0 0,10 1 0,-4-1 0,-24 1 0,29-2 0,5 1 0,-14 1 0,6-1 0,8-1 0,4 2 0,10 2 0,-1-1 0,-10 1-1517,-8 0 0,0-1 1517,12 1 0,12-1 0,-1 0 0,-15 1 1476,5 0-1476,-14 0 0,14 2 0,8 0 0,1 0 0,-4-1 0,-9 1-840,-3-2 1,-7 1 0,7 0 839,1 0 0,5 0 0,5 1 0,1 0 0,2-1 0,-2 1 0,-3-1 0,2-1 0,2 1 0,-2 0 0,-2-1 0,-4 1 0,-6-1 359,4 1 0,-7 0 1,9-1-360,-6-1 0,9 0 0,8 0 0,3 0 0,1 0 0,-2-1 0,-6 1 0,-8-1 0,-12 0 0,2 0 0,-5-2 0,21-1 0,8-1 0,-22 1 1263,-31 3-1263,30-3 0,5 0 0,-14 3 0,11-3 0,-2 1 1720,-23 4-1720,32 4 0,5 0 0,-14-2 0,15 3 0,-3-1-1134,-26-4 1134,9 3 0,17 2 0,6 1 0,-1 1 0,-11-2 0,-1 0 0,1 0 0,-3 0 0,8 0 0,5 1 0,1 0 0,0-1 0,-6 0 0,3-1 0,1 1 0,-2-1 0,-4-1 0,-7 0-1322,13-1 0,0 1 1322,-9 0 0,11 2 0,4 0 0,-2 0 0,-8-1 0,-15-1 1851,2-2-1851,-3 0 0,12 0 0,6 1 0,-1-1 0,-10-1-93,6-2 1,3 0 92,-8 0 0,10 0 0,8 0 0,1 0 0,-2 0 0,-8-1 0,-11 1 0,1-1 0,-4-1 0,1 1 0,6-1 0,2 1 0,1-1 0,8 0 0,4-2 0,-3 1 0,-9 1 0,-6 2 0,0-1 0,-4 0 0,6-1 0,3-1 0,3 1 0,0 1-301,1 2 0,4 1 1,1 2-1,-1-1 1,-3 0-1,-7 0 301,1 0 0,-6-1 0,11 0-88,-14 0 1,7 1 0,7-1 0,5 0 0,3 1 0,3-1 0,0 1 0,0-1 0,-1 0 0,-5 1 0,-3-1 0,-7 0 0,-7 0 87,22 0 0,-13 0 0,9 0 73,-13 0 0,6 1 0,4-1 0,2 0 1,1 1-1,-1-1 0,-3-1 0,-4 0-73,9-1 0,-1 0 0,-4-1 0,-4 0 0,-6 1 0,6 0 0,-1 0 0,-3 0 0,11-2 0,2 0 0,-10 1 0,-17 1 2319,-18 1-2319,28-5 0,4-1 3468,-14 5-3468,4-1 0,9-2 0,-11 3-912,-14 2 912,18 0 0,-33 0 4733,6 0-4733,-5 2 0,11 1 0,-11-1 0,18 5 0,-8-6 0,4 3 0,-5-6 6191,-10 1-6191,6-3 0,6 3 0,-6-1-6784,36 4 6784,-32-1 0,21 1 0,1 2 0,-25-1 0,22 2 0,-25-1 0,-4-3 0,6 1 0,-5-2 6784,-2 2-6784,-6 11 0,-1-6 0,-4 11 0,-8 25-4395,6-21 4395,-6 27 0,11-35 0,-6 21 0,-2 2-5328,5-11 5328,-5 8 0,1 3-2443,2 10 2443,3-29 2272,-1 36-2272,5-64 0,2 16 0,0-25 0,0 14 0,0 2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52:13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11800 6765 24575,'0'8'0,"2"-1"-9831,3 8 8341,-2-8 4308,6 27-2818,-2-7 0,-1 0 1719,2-1-1719,-5-22 0,10 2 0,-6-4 0,23 3 0,-21-2-4537,27 1 4537,-28-4 0,33-6 0,-29 2-1240,14-3 1240,-21 3-2623,39-9 2623,-30 5 0,36-7 0,-11 3 0,-3 2 0,-10 3 1311,13-4 1,4 1-1312,11 1-1089,-21 4 1089,21-5 0,-4 5 0,-32 2 3383,27-2-3383,-6 1 0,-22 3-1692,13-4 1,0-1 1691,-18 3-353,16-7 1,-1 0 352,-13 5 1378,16-10-1378,-23 14-2486,21-14 2486,-17 10 0,18-9 2219,-9 6-2219,-12 4 0,12-3 3583,-7 1-3583,0 5 0,2-4 2389,0 8-2389,-11-1 6543,4 1-6543,24-1 0,-20-2-3107,24 0 3107,-30-2-5513,32-1 5513,-26 0 0,27-1-3687,-5-1 3687,-19 2-1414,19-1 1414,-27 4 0,27 0 0,-20 0 1390,21 0-1390,-6 6 889,-18-4-889,19 4 0,-27-4 4116,14 5-4116,-3 1 0,5-1 0,3 4 0,-15-10 0,14 8 0,-14-9 0,21 7 0,-20-6 0,22 5 0,-22-6 2912,7 2-2912,-4-2 0,-1 0 0,7 0 0,-7 3 5143,5 3-5143,0-2 0,-2 2 0,8-6 0,-10 0 0,8-2 0,-12 0 0,2-1 0,-9-1 0,-8-10 0,3 7 0,-8-21 0,10 20-6784,3-23 6784,0 23 0,3-10 0,-1 7 0,-2 5 0,2-7 0,-2 7 0,0-5 0,0 5 0,0-1 0,0 5 0</inkml:trace>
  <inkml:trace contextRef="#ctx0" brushRef="#br0" timeOffset="3136">14539 6667 24575,'0'28'0,"0"-16"0,0 20 0,0-26 0,8 1 0,-3-5 0,10-7 0,1 1 0,0-2 0,0 2 0,25-1-3125,-27 4 3125,27-2-2875,-9 3 1,-1 1 2874,-7-1 0,11 1 0,5 1-1922,0 2 0,-2 1 1922,4 2-1286,17-1 1,-4-1 1285,-34-2 934,23-1-934,-16 0 0,-18-1 3034,18 1-3034,-10 0 0,-11-1 4537,11 1-4537,10-2 6784,-16 0-6784,28 2 0,3 2-6784,-16-3 6784,1 2 0,5 1-2269,7-1 1,-2 0 2268,-6-1-1012,8 0 1,8 0 0,-9 0 1011,-11-2 0,2 0 0,0 0 0,2-2 546,-18 1-546,18-1 2479,-15 0-2479,-9 1 4532,16 1-4532,-7 1 0,17 1 0,-9-2 0,23-4 0,-32 1-4532,33-4 4532,-36 4 0,15-1 1099,4 1-1099,-21 0 925,40 3-925,-39 1 0,12 1 0,-17-2 0,19 4 0,-14-1 5534,16 2-5534,4 1 1616,-18-5-1616,18 4 0,-15-5 0,-7 0 0,12-17 0,-16 12 0,3-14 0,0-1 0,-4 13 0,4-16 0,0 1 0,-3 10 0,3-16 0,-6 22 0,-1-1 0,-2 5 0</inkml:trace>
  <inkml:trace contextRef="#ctx0" brushRef="#br0" timeOffset="6493">18460 5632 24575,'0'0'0</inkml:trace>
  <inkml:trace contextRef="#ctx0" brushRef="#br0" timeOffset="7631">18994 5639 24575,'0'0'0</inkml:trace>
  <inkml:trace contextRef="#ctx0" brushRef="#br0" timeOffset="10984">21150 5616 24575,'0'0'0</inkml:trace>
  <inkml:trace contextRef="#ctx0" brushRef="#br0" timeOffset="28316">1663 8707 24575,'-10'-3'0,"1"1"0,-3 4 0,8 7 0,-7 2 0,17-8 0,0-2 0,4-11 0,14-16 0,1-3 0,-3 7 0,0-7 0,6-3 0,13 4 0,-1 4-6784,-3-2 6784,6 0 0,-3 3 0,-23 13 0,21-3 0,4 0-4537,-14 2 4537,13-2 0,0 2-107,-10 2 107,4 5 0,8 1 0,-2 0 1794,-2-2 0,1 1-1794,2 2 0,6-1 0,0 1 0,-9 1-2094,-8 1 1,-3 0 2093,9-1 0,0 2 0,-3 1 0,-3 0 0,-1-1-2733,27 3 2733,-44-4-26,-6 0 26,1 0 0,47 3 0,-32 0 0,34 0 0,-1 1 0,-3-1 0,-16-2 0,3 2 0,7-1 0,-11 0 1739,-14-1-1739,12 2 0,17 2 0,9 2 0,0 0 0,-7-1 0,-8-2 0,-4 0 0,2 0 0,9 1 0,-9 0 0,8 0 0,5 1 0,4 0 0,2 1 0,2 0 0,0-1 0,-3 1 0,-2-1 0,-4 0 0,-7-2-418,12 2 1,-8-1 0,-2 0 0,0-1 0,5 2 417,-9-1 0,2 0 0,1 1 0,2 0 0,0-1 0,0 1 0,1-1 0,0-1 0,3 0 0,3 0 0,2-1 0,-1 0 0,-1 0 0,-4-1 0,-4 1 0,-7-1 0,7 1 0,-9 0 0,9 0-127,-7 0 0,8-1 0,4 2 1,3-1-1,2-1 0,0 0 0,-3-1 1,-3-1 126,5-2 0,-1-1 0,-1-2 0,-1 0 0,-4 1 0,-2 0 0,0 3 0,-5 0 0,1 0 0,8-1 0,-7-1 0,7-1 0,5-1 0,3-1 0,1 1 0,-2-1 0,-4 2 0,-7 0 0,-9 1 0,4 1 0,-10 1 0,5 0 0,5-3 0,8-1 0,0 0 0,-5 0 0,-14 2 1638,1 2-1638,8-1 0,15-1 0,2 0 0,-12 0 0,-15 2 0,0 1 0,14-2 0,11 0 0,-2 0 0,-14 1 1278,-1 1-1278,0-1 0,15 1 0,7-1 0,-2 1 0,-9-1 332,-10 0 0,-6-1 0,10 1-332,-3 1 0,9-1 0,7 1 0,4-1 0,2 1 0,-1 0 0,-4 0 0,-6-1 0,-10 1-754,9-1 0,-9 0 0,5 0 754,2 1 0,5 0 0,3 0 0,0 0 0,-4 0 0,3-1 0,0 0 0,-5 0 0,-9 0 0,-12 0 0,1 1 0,10-1 0,10 0 0,2 0 0,-4 0-442,-3-2 1,-3 0 0,-4 0 441,-5 1 0,3-1-141,9-1 0,11-2 1,-2 1-1,-13 0 141,3-1 907,-4-1 0,5 0-907,6 1 0,-4 0 0,-2 1 0,-9-1 0,7 0 0,-9 2 2435,-7 3-2435,18-1 0,15 0 0,-7 1 977,-19 0 1,3 2-978,0 0 0,11 1 0,8 1 0,2 1 0,-1-1 0,-5 1 0,-11-1 0,-1 1 0,-7 0 0,7 0 0,1 0 0,10 0 0,5 0 0,1 0 0,-2 0 0,-7 0 0,-10 0-1581,3 0 1,-5 0 1580,11-2 0,5 0 0,-13-1 3501,-16-1-3501,19-5 0,2-2-2414,-10 4 2414,7-2 0,4-4 0,-7-2 0,-5 1 0,-7 0 870,6-1 0,1-2-870,-2-2 4023,-25 7-4023,22-5 47,-23 6-47,-7 6 5189,2-3-5189,-10 4 0,-12 2 0,8-1 0,-16 1 0,19-2 1255,-6 0-1255,9 0 0,-2 0 0,-11-2 0,8 1 0,-12-1 0,16 2 0,0 0 0</inkml:trace>
  <inkml:trace contextRef="#ctx0" brushRef="#br0" timeOffset="145198">2229 14758 24575,'0'15'0,"0"-4"0,0-4-9831,0 31 8341,0-25 1490,0 26 2818,0-34-2818,-6 22-1464,4-16 1464,-4 17-1403,2-5 1403,0-11 0,-7 33 0,8-33 0,-4 14-3018,-4 6 3018,7-19 0,-10 22 1845,9-28-1845,-14 32-1812,10-27 1812,-8 25 0,-5-1 0,17-24 1087,-16 25-1087,19-33-2389,-16 20 2389,12-15 0,-11 15 290,6 0-290,4-15 2533,-4 15-2533,0 6 1123,9-19-1123,-7 21 0,5-10 0,3-11 0,-3 10-497,4 9 497,0-19 0,0 21 0,0-5 0,0-15-2147,-3 36 2147,3-37 0,-4 38 0,3-39 3034,-1 15-3034,-4 3-826,4-17 826,-7 19 0,5-8 0,0-9 0,0 9 372,0 4-372,3-17 0,-3 15 0,1-1 0,3-13-554,-2 16 554,2-21 0,0 31 0,0-24 4037,0 22-4037,0-2 639,0-20-639,0 20 0,0-25 0,0 15 0,2-11 2231,-2 10-2231,7-16 0,-4-2 0,8 1 5422,-3-2-5422,1 1 0,0 3 0,-6-3 0,8 8 0,-8-5 0,13 12 0,-10-12-6784,13 16 6784,-14-15 0,8 6-4537,-4 6 4537,-3-12 0,5 11 0,-2-4 0,-3-9 0,1 10 0,-1-9 4537,1 4-4537,3 2 0,0-4 0,3-2 0,-7-5 6784,3 3-6784,8 1 0,-11 0-6784,17 6 6784,-17-8 0,5 6-1185,5 4 1185,-11-6 0,14 15 0,-16-16 0,6 3 0,-4-7 1549,-2-4 0,-1 2 1,-2-3-1</inkml:trace>
  <inkml:trace contextRef="#ctx0" brushRef="#br0" timeOffset="146516">30030 14652 24575,'-4'22'0,"-1"10"-9831,2-5 8785,1 1 143,2-6 903,0-14 2076,0 14-2076,13 8-2987,-8-19 2987,8 19-91,6-2 0,0-1 91,-6-8 1141,7 10 1,2 4-1142,0 9 0,-4-4-3276,-2-7 3276,2 7 0,1 3-248,-3-6 1,-3-4 247,-2-5 0,2 7 0,2 9 0,-2-9 0,-5-8-1012,1 21 1,-1-1 1011,-5-23 325,-1 25-325,-2-38 0,0 40 0,0-24 0,-2 10 0,-1 9 0,1-8 0,1-9 1095,-3 9 0,1 3-1095,3 18 3275,0-31-3275,0 14 0,0-4 3810,0-23-3810,0 23 0,0-29 6784,0 8-6784,2 19 0,-1-17-3392,0 22 0,0 1 3392,-1-20-4253,-2 31 4253,1-44 0,-4 22 0,-1 4 0,1-8-1564,-6 27 0,-1-2 1564,5-30 0,-8 26 0,3-26 0,9-12 0,-14 20 0,13-21 3128,-9 14-3128,5-12 4253,-2 3-4253,8-2 6784,0-6-6784,4 7 0,-2-8 0,0 1 0</inkml:trace>
  <inkml:trace contextRef="#ctx0" brushRef="#br0" timeOffset="149736">4256 14725 24575,'3'8'0,"7"36"-9831,-8-29 8341,7 27 4308,-1-10-2818,-4-10 0,5 13 1719,-7-20-1719,0-10 0,-1-3 0,1 1 0</inkml:trace>
  <inkml:trace contextRef="#ctx0" brushRef="#br0" timeOffset="150321">4225 15074 24575,'13'0'0,"-2"0"0,-8 2 0,14-1 0,-10 1 0,30-4 0,-27-1 0,13 0 0,-12-10 0,-4 11 0,4-11 0,-7 27 0,-4-10 0,2 13-6784,0 5 6784,1-16 0,0 15-461,3-10 461,-5-4 0,5 6 0,-5-8-4384,9-24 4384,-5 16 0,6-25 0,2-9 0,-9 17-1807,7-19 1807,-9 32 0,7-26 0,-3 22 0,3-22 0,-2 22 0,-6 4 0,3-2 0,-4 7 0</inkml:trace>
  <inkml:trace contextRef="#ctx0" brushRef="#br0" timeOffset="150939">5482 14715 24575,'5'8'0,"2"-2"0,-7-1 0,13 36 0,-8-30 0,6 29 0,-7-6 0,-4-21 0,5 31 0,-3-39 0,1 3 0,7-23 0,1-2 0,-1-2 0,1 7 0,-11 8 0,2 4 0,-2-2 0</inkml:trace>
  <inkml:trace contextRef="#ctx0" brushRef="#br0" timeOffset="151290">5413 15082 24575,'10'18'0,"-3"-7"0,6-6 0,-7-5 0,14-5 0,-13 4 0,16-7 0,-15 7 0,5-6 0,-3 7 0,-6-2 0,14 8 0,-12-5 0,9 8 0,-9-9 0,11-10 0,-12 6 0,6-8 0</inkml:trace>
  <inkml:trace contextRef="#ctx0" brushRef="#br0" timeOffset="152158">6787 14766 24575,'8'7'0,"0"-2"0,-3 14 0,0-13 0,2 34 0,-4-30 0,3 37 0,-5-37 0,3 16 0,-1-5 0,-3-12 0,2 30 0,-2-30 0,0 18 0,0-22 0,0 1 0,0-15 0,0 2 0,4-17 0,-3 16 0,6-18 0,-7 21 0,2-5 0</inkml:trace>
  <inkml:trace contextRef="#ctx0" brushRef="#br0" timeOffset="152560">6829 14947 24575,'20'30'0,"-6"-11"0,-5-9 0,-3-7 0,0-1 0,3 0 0,-4-2 0,8-6 0,-7 2 0,5-3 0,-2-3 0,-3 8 0,3-16 0,-4 14 0,-1-9 0,-1 7 0,1 0 0,-3 3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53:45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3838 5514 24575,'2'12'0,"0"-4"0,-2 1 0,0-3 0,0-2 0,0 0 0</inkml:trace>
  <inkml:trace contextRef="#ctx0" brushRef="#br0" timeOffset="662">9315 4811 24575,'0'0'0</inkml:trace>
  <inkml:trace contextRef="#ctx0" brushRef="#br0" timeOffset="1414">5815 5270 24575,'0'0'0</inkml:trace>
  <inkml:trace contextRef="#ctx0" brushRef="#br0" timeOffset="1985">12170 5042 24575,'0'0'0</inkml:trace>
  <inkml:trace contextRef="#ctx0" brushRef="#br0" timeOffset="2436">7919 4341 24575,'0'0'0</inkml:trace>
  <inkml:trace contextRef="#ctx0" brushRef="#br0" timeOffset="3052">14110 4812 24575,'0'0'0</inkml:trace>
  <inkml:trace contextRef="#ctx0" brushRef="#br0" timeOffset="4121">15885 6593 24575,'11'5'0,"-3"-2"-9831,28-5 8341,-24 1 1490,20-4-2155,13-13 2155,-31 12-293,21-7 0,12-4 0,-8 4 293,-10 5-1015,17-6 1,-3 1 1014,-24 13 0,22-5 0,20-2 0,5-1 0,-11 2 0,-13 1 0,1-1 104,-4 2 1,5-1 0,4 0 0,4 0-1,0 0-104,1 1 0,6-1 0,2 0 0,1 1 0,-3-1 0,-5 1 0,-7 1 151,-2-1 0,-7 1 0,11-2-151,-9 2 0,9-1 0,7-1 0,6 0 0,4 0 0,2-1 0,-1 0 0,-1 1 0,-4-1 0,-6 1 0,-8 1 0,-8 1 0,7-2 0,-11 1 0,6 0 0,5-1 0,5-1 0,6-1 0,1 0 0,0 1 0,-3 2 0,-4 1 0,1 1 0,0 1 0,-2 0 0,-4 0 0,-6 0 0,12-2 0,1 0 0,-13 1 0,5 0 0,5 0 0,2 0 0,1 1 0,0 1-82,1 2 0,3 0 0,2 1 0,-1 0 0,-2 0 0,-5 1 0,-7-2 82,1 1 0,-8 0 0,7 0-58,4 0 1,10-1 0,6 1-1,2 0 1,-6 0 0,-8 0-1,-15 0 58,11 6 0,-16-4 0,13 1 0,9 1 0,7 0 0,2 1 0,1 0 0,-3-1 0,-6 0 0,-10-1 0,3 1 0,-9-1 0,0 0 0,9 1 11,-6-1 0,6 1 0,4 1 1,3 0-1,2 1 0,0-1 0,0-1 1,-1 0-1,-4-1-11,3-1 0,1 0 0,1-2 0,-2 1 0,-1-1 0,-3 0 0,-5-1 0,-5 1 0,8 0 0,-8 0 0,8 1 0,-8-2 0,5 1 0,4 0 0,3 0 0,1 0 0,2 0 0,-2-1 0,-1-1 0,0 0 0,3-1 0,0-1 0,0 0 0,-1 0 0,-3 0 0,-3 0 0,-4 0 0,3 0 0,-8 1 0,2-1 0,12 2 0,-16-1 0,8 1 0,5 0 0,5 1 0,3 0 0,3-1 0,2 1 0,0 0 0,0 1 0,-2-1 0,-2 0 0,-4 0 0,-5 0 0,-6 0 0,-7 0 0,15 1 0,-12 0 0,-1 0 0,8 1 0,-2-1 0,5 1 0,5-1 0,2 1 0,1 0 0,0 1 0,-1 0 0,-4 0-15,3 2 1,2 1 0,-1 0-1,-1 1 1,-4-1 0,-4 0-1,-6-3 15,1 0 0,-7-2 0,7 1 186,0 2 0,8 2 0,5 0 0,1 1 0,-2-1 0,-6-1 0,-9-2-186,12-1 0,-14-2 0,-9 2 0,12-1 0,-7-1 2673,-29-2-2673,2 0 0,-6-7 0,4 4 999,-7-6 1,0 6 0,0 1-1</inkml:trace>
  <inkml:trace contextRef="#ctx0" brushRef="#br0" timeOffset="14033">3624 7809 24575,'0'0'0</inkml:trace>
  <inkml:trace contextRef="#ctx0" brushRef="#br0" timeOffset="14467">9396 7722 24575,'0'0'0</inkml:trace>
  <inkml:trace contextRef="#ctx0" brushRef="#br0" timeOffset="15150">5283 7461 24575,'0'0'0</inkml:trace>
  <inkml:trace contextRef="#ctx0" brushRef="#br0" timeOffset="15717">12622 7704 24575,'-2'-10'0,"4"-1"0,-1 8 0,3-2 0</inkml:trace>
  <inkml:trace contextRef="#ctx0" brushRef="#br0" timeOffset="16276">7216 7391 24575,'0'0'0</inkml:trace>
  <inkml:trace contextRef="#ctx0" brushRef="#br0" timeOffset="16760">14875 7550 24575,'2'-5'0,"0"1"0</inkml:trace>
  <inkml:trace contextRef="#ctx0" brushRef="#br0" timeOffset="18501">17760 9434 24575,'0'18'0,"0"-3"-9831,0 36 8341,0-33 162,0 36 1328,0-47 2128,4 40-2128,3-24 0,3 21 0,0-33 0,-6-13 0,15-18 0,-12 9 0,15-13 0,2 0 0,-12 11-400,19-12 0,1 2 400,-19 14-1517,21-10 0,2 1 1517,-21 10 0,24-10 0,1 6 0,0 1 0,-11 3 0,8-4 0,7 0 0,-3 2 0,3 0 0,-7 1 0,4-2 0,-1 2 0,7 0 0,-11 2 2360,-17 4-2360,19-1 0,19 0 0,3-1 0,-11 2-1406,-12 1 1,0 0 1405,8-2 0,8-2 0,5 1 0,0 3 0,-2 3 0,5 3 0,-1 1 0,-4 0 0,-8-2 0,1-1 0,0 0 0,-2 1 0,8 1 0,4 0 0,2 1 0,-2 1 0,-10 1 0,3 1 0,0 1 0,-2 1 0,-4-1 0,-6-1 0,10 4 0,0 0-162,-10-4 0,7 0 0,4 1 0,3 1 0,-1 0 1,-1 2 161,-1 2 0,2 2 0,0 1 0,-1 1 0,-5-3 0,-5-2 0,-1-2 0,-6-2 0,6 2 0,-1 1 0,5 1 0,3 3 0,2 0 0,2-1 0,0 0 0,-4-3 0,3 1 0,3 0 0,1 0 0,-2-1 0,-3-1 0,-4-1 0,-6-1 0,5 2 0,-7-3 0,8 3 0,-7-2 0,5 1 0,5 2 0,2 0 0,2 1 0,1-1 0,0-1 0,-2-1 0,3 0 0,3-1 0,1-1 0,0 0 0,-2 0 0,-2-1 0,-4-1 0,-5-1 0,-1 1 0,-7-1 0,1-1 0,12 1-38,-12-2 0,6 2 0,7-1 0,4 1 0,5 1 0,3-1 0,2 1 0,1-1 0,0 1 1,0-1-1,-3 1 0,-2-2 0,-4 1 0,-5-1 0,-5-1 0,-8 0 38,21 1 0,-13-2 0,-1 0 0,9 0 0,-11 0 0,9 0 0,4 0 0,4 0 0,0 0 0,0 0 0,-4 0 0,-6 0 0,-8-1 0,-9 0 0,1-1 0,0 0 0,3-1 0,12 1 0,8-1 0,5 1 0,1-1 0,-1 0 0,-5 0 0,-9 0 0,3 0 0,-9 0 0,2-1 0,11 0 0,-17 0 0,8 0 0,5 0 0,5 0 0,3-1 0,2 0 0,1 1 0,0-1 0,-2 0 0,-2 0 0,-3 0 0,-5 0 0,-7 1 0,-6 0 0,23-2 0,-13 0 0,6 0 0,-9 0 0,9 0 0,3-1 0,0 0 0,-4 1 0,-9 0 0,-13 1 0,1-1 0,9 0 0,16 0 0,2 0 0,-11 0 0,-12 0 0,1 0 0,12-1 0,12 0 0,-4 0 0,-22 3 0,-22 1 0,22-2 0,3 0 0,-9 2 983,5-2 0,5 1-983,13 4 0,-4 2 0,-5 1 0,6 0 0,13 0 0,-20-1 0,7 0 0,2 1 0,-4-1 0,-8 0 0,-1-1 0,0 1 0,0-1 0,7 2 0,4 0 0,0-1 0,-4-1 0,4-2 0,1-1 0,-5 0 0,-7 0 0,-7 2 0,0 0-16,9-1 0,10 0 1,-1-1-1,-9-2 16,-6-2 0,-7 0 0,-3 1 0,7-1 0,-5-2 0,-22 3 283,20-10-283,-17 6 2385,26-13-2385,-27 16-2749,19-13 2749,-16 15 0,7-7 1472,13 5-1472,-17 3-333,41-4 333,-44 3 0,18 2-1942,-15-9 1942,-6 8 2158,8-6-2158,-10 7-1449,31 0 1449,-23 0 0,23 0 0,10 3 0,1 1 0,-5 1 0,-1-2 0,16 0 0,6 0 0,-2 0 0,-14-1 0,-8 1 0,-2-1-432,8 0 0,8 0 0,-2 0 0,-13-1 432,-3-1 1903,-14 0-1903,16-3 0,12-1 0,-8 1 0,3 0 0,-5 0 0,8-1 0,-6-3 0,-8-3 0,-5 0 0,2-1 0,19-11 2938,-32 9-2938,-13 6-2835,6-30 2835,-13 27 0,-2-25 0,0 5 0,0 1 0,3 3 1511,-3-4 1,1-2-1512,4-18-1877,0 30 1877,0-32 0,0 15 0,0 20 0,0-24 0,7-10 0,-5 29-120,7-30 120,-4 32 0,-2 12 0,1-7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35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4812-7E4D-B3BD-D643-C3F28A99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13A17-48C5-D6DA-6533-E641A632F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6E431-D4F2-38CA-585F-2C144796F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E1153-0E78-96DF-0C8D-E98EFF007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3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Verificar en Encoder.py cómo se codifica credit_amount (un solo atributo con RY + RZ). La normalización de los numéricos se agregó después de la verificación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 elimina la fase global e^(−3πi/4). e^(3πi/2) = −i, por eso el estado es (|0⟩ − i|1⟩)/√2. Bloch: θ = π/2, φ = 3π/2.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 elimina la fase global e^(−3πi/4). e^(3πi/2) = −i, por eso el estado es (|0⟩ − i|1⟩)/√2. Bloch: θ = π/2, φ = 3π/2.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verificación a mano mostró que sin normalizar, RZ(24) da vueltas módulo 2π y el orden de los valores se pierde. Por eso se normaliza.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C410-2BE5-CAAA-C164-40BC574D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2389F-59E9-4CD4-688F-D906C5E9C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460D2-2884-0658-1100-7D3C70D86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F08AF-3400-B0FA-9872-0124CFF2B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1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BFB7-F104-E381-1193-94459BE9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3098D-A3E9-7EF0-EA7A-EA208076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959D1-2D6D-364A-E315-34DCF34BD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C1E73-39DF-EC74-6357-3F5D6AEAF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13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Como ρ − σᵢ escala con 1/N, las distancias de traza son del orden de 10⁻³, y ambos ε deberían ser pequeños.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A7A5-DADD-2C6B-4A24-01878936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EA5D2-BD25-8986-7101-A0D5E1956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28D51-BE98-4F49-0347-8EE91DDFF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00C4F-0CA6-23C8-B4C2-073EC35CB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60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B7F1-5F74-E17A-DD1A-466609583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5220B-440E-F13A-14B1-58E7A6E8D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BCE6A-FA39-790C-510B-FC522FFDC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E8873-E864-5911-9284-62E994037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92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 el experimento GAD se aplica al estado agregado ρ, no a una fila; el ejemplo de una fila es solo para mostrar el mecanismo. El ejemplo categórico está en z = 0, así que solo se ve la contracción en x, y. El numérico (z ≠ 0) mostrará además la contracción en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Mostrar que el código reproduce exactamente el cálculo a mano. La verificación a mano además detectó la falta de normalización en la codificación numérica.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2512-CF00-4204-4CCC-42410665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7D76A-0E79-EA50-0387-E19EC513E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0A51B-05D4-3539-FCCF-D43EB4891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A02FD-CDD4-7995-58EC-870D23825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44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B08F-863B-3705-460B-63F4F14C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79AC4-91D2-B077-F031-F50928C51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13F6-C7E2-4A6F-8031-9500E4822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EBDB-7BF6-EC3A-C5FB-9C340B2D5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3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1C303-1F8C-1F4C-B182-ABA6E8EF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595DE-ACDC-0979-D57C-A1C5FDF6F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72DA1-5B02-0BDF-6108-8E4CB277C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FFB4-EBA0-ABB2-CF05-971571202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88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Conclusión: el ruido sobre un estado producto es igual al producto de los ruidos por qubit. Esto justifica aplicar GAD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Conclusión: el ruido sobre un estado producto es igual al producto de los ruidos por qubit. Esto justifica aplicar GAD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Conclusión: el ruido sobre un estado producto es igual al producto de los ruidos por qubit. Esto justifica aplicar GAD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Conclusión: el ruido sobre un estado producto es igual al producto de los ruidos por qubit. Esto justifica aplicar GAD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ustomXml" Target="../ink/ink1.xml"/><Relationship Id="rId4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.png"/><Relationship Id="rId5" Type="http://schemas.openxmlformats.org/officeDocument/2006/relationships/image" Target="../media/image27.png"/><Relationship Id="rId10" Type="http://schemas.openxmlformats.org/officeDocument/2006/relationships/customXml" Target="../ink/ink2.xml"/><Relationship Id="rId4" Type="http://schemas.openxmlformats.org/officeDocument/2006/relationships/image" Target="../media/image26.png"/><Relationship Id="rId9" Type="http://schemas.openxmlformats.org/officeDocument/2006/relationships/image" Target="../media/image2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10" Type="http://schemas.openxmlformats.org/officeDocument/2006/relationships/image" Target="../media/image4.png"/><Relationship Id="rId4" Type="http://schemas.openxmlformats.org/officeDocument/2006/relationships/image" Target="../media/image230.png"/><Relationship Id="rId9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0" Type="http://schemas.openxmlformats.org/officeDocument/2006/relationships/image" Target="../media/image5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5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0" Type="http://schemas.openxmlformats.org/officeDocument/2006/relationships/customXml" Target="../ink/ink6.xml"/><Relationship Id="rId4" Type="http://schemas.openxmlformats.org/officeDocument/2006/relationships/image" Target="../media/image39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6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51.png"/><Relationship Id="rId5" Type="http://schemas.openxmlformats.org/officeDocument/2006/relationships/image" Target="../media/image14.png"/><Relationship Id="rId10" Type="http://schemas.openxmlformats.org/officeDocument/2006/relationships/image" Target="../media/image50.png"/><Relationship Id="rId4" Type="http://schemas.openxmlformats.org/officeDocument/2006/relationships/image" Target="../media/image13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8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5" Type="http://schemas.openxmlformats.org/officeDocument/2006/relationships/customXml" Target="../ink/ink10.xml"/><Relationship Id="rId4" Type="http://schemas.openxmlformats.org/officeDocument/2006/relationships/image" Target="../media/image2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310.png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70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3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" name="Text 3"/>
          <p:cNvSpPr txBox="1"/>
          <p:nvPr/>
        </p:nvSpPr>
        <p:spPr>
          <a:xfrm>
            <a:off x="731520" y="3235568"/>
            <a:ext cx="7873218" cy="69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Avances Tesis Semana 8</a:t>
            </a:r>
            <a:endParaRPr lang="es-ES_tradnl" sz="4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05AB7-E57C-B2EC-B981-ED380DCA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708B19-A33F-2FEB-4130-87006A56427A}"/>
              </a:ext>
            </a:extLst>
          </p:cNvPr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6E7950-B1F9-213F-67E5-3DF67D45DB3A}"/>
              </a:ext>
            </a:extLst>
          </p:cNvPr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502014-44BF-0ED7-3A04-AFA2C6FC4148}"/>
              </a:ext>
            </a:extLst>
          </p:cNvPr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TESIS SEMANA 8</a:t>
            </a:r>
            <a:endParaRPr lang="es-ES_tradnl" sz="1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0BB1FF-3949-8838-BF4A-B10378B0649A}"/>
              </a:ext>
            </a:extLst>
          </p:cNvPr>
          <p:cNvSpPr txBox="1"/>
          <p:nvPr/>
        </p:nvSpPr>
        <p:spPr>
          <a:xfrm>
            <a:off x="731520" y="1920240"/>
            <a:ext cx="78732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Busqueda de presupuesto de privacidad diferencial cuántica con Generalized Amplitude Damping</a:t>
            </a:r>
            <a:endParaRPr lang="es-ES_tradnl" sz="4000" noProof="1"/>
          </a:p>
        </p:txBody>
      </p:sp>
    </p:spTree>
    <p:extLst>
      <p:ext uri="{BB962C8B-B14F-4D97-AF65-F5344CB8AC3E}">
        <p14:creationId xmlns:p14="http://schemas.microsoft.com/office/powerpoint/2010/main" val="414499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70904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/>
          <p:cNvSpPr/>
          <p:nvPr/>
        </p:nvSpPr>
        <p:spPr>
          <a:xfrm>
            <a:off x="965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/>
          <p:cNvSpPr txBox="1"/>
          <p:nvPr/>
        </p:nvSpPr>
        <p:spPr>
          <a:xfrm>
            <a:off x="1016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blipFill>
                <a:blip r:embed="rId3"/>
                <a:stretch>
                  <a:fillRect t="-1785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898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/>
          <p:cNvSpPr/>
          <p:nvPr/>
        </p:nvSpPr>
        <p:spPr>
          <a:xfrm>
            <a:off x="4648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4699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p:sp>
        <p:nvSpPr>
          <p:cNvPr id="15" name="Shape 13"/>
          <p:cNvSpPr/>
          <p:nvPr/>
        </p:nvSpPr>
        <p:spPr>
          <a:xfrm>
            <a:off x="7581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Shape 14"/>
          <p:cNvSpPr/>
          <p:nvPr/>
        </p:nvSpPr>
        <p:spPr>
          <a:xfrm>
            <a:off x="8331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/>
          <p:cNvSpPr txBox="1"/>
          <p:nvPr/>
        </p:nvSpPr>
        <p:spPr>
          <a:xfrm>
            <a:off x="8382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 txBox="1"/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18" name="Tex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blipFill>
                <a:blip r:embed="rId4"/>
                <a:stretch>
                  <a:fillRect t="-714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/>
          <p:cNvSpPr/>
          <p:nvPr/>
        </p:nvSpPr>
        <p:spPr>
          <a:xfrm>
            <a:off x="774700" y="3048000"/>
            <a:ext cx="10604500" cy="1651000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/>
          <p:cNvSpPr txBox="1"/>
          <p:nvPr/>
        </p:nvSpPr>
        <p:spPr>
          <a:xfrm>
            <a:off x="965200" y="309880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i = 0, …, 999</a:t>
            </a:r>
            <a:endParaRPr lang="es-ES_tradnl" sz="1400" noProof="1"/>
          </a:p>
        </p:txBody>
      </p:sp>
      <p:sp>
        <p:nvSpPr>
          <p:cNvPr id="21" name="Shape 19"/>
          <p:cNvSpPr/>
          <p:nvPr/>
        </p:nvSpPr>
        <p:spPr>
          <a:xfrm>
            <a:off x="965200" y="3581400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/>
          <p:cNvSpPr txBox="1"/>
          <p:nvPr/>
        </p:nvSpPr>
        <p:spPr>
          <a:xfrm>
            <a:off x="1016000" y="36830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 txBox="1"/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s-419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  <a:p>
                <a:pPr marL="0" indent="0" algn="ctr">
                  <a:buNone/>
                </a:pPr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la fila </a:t>
                </a:r>
                <a14:m>
                  <m:oMath xmlns:m="http://schemas.openxmlformats.org/officeDocument/2006/math">
                    <m:r>
                      <a:rPr lang="es-ES" sz="13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23" name="Tex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blipFill>
                <a:blip r:embed="rId5"/>
                <a:stretch>
                  <a:fillRect t="-10000" b="-366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2552700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5" name="Shape 23"/>
          <p:cNvSpPr/>
          <p:nvPr/>
        </p:nvSpPr>
        <p:spPr>
          <a:xfrm>
            <a:off x="2822575" y="3581400"/>
            <a:ext cx="1714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/>
          <p:cNvSpPr txBox="1"/>
          <p:nvPr/>
        </p:nvSpPr>
        <p:spPr>
          <a:xfrm>
            <a:off x="2873375" y="368300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 txBox="1"/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27" name="Tex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blipFill>
                <a:blip r:embed="rId6"/>
                <a:stretch>
                  <a:fillRect t="-178571" b="-30357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4600575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9" name="Shape 27"/>
          <p:cNvSpPr/>
          <p:nvPr/>
        </p:nvSpPr>
        <p:spPr>
          <a:xfrm>
            <a:off x="4876800" y="3581400"/>
            <a:ext cx="13208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2" name="Shape 30"/>
          <p:cNvSpPr/>
          <p:nvPr/>
        </p:nvSpPr>
        <p:spPr>
          <a:xfrm flipV="1">
            <a:off x="62611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/>
          <p:cNvSpPr/>
          <p:nvPr/>
        </p:nvSpPr>
        <p:spPr>
          <a:xfrm>
            <a:off x="6527800" y="3581400"/>
            <a:ext cx="19050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/>
          <p:cNvSpPr txBox="1"/>
          <p:nvPr/>
        </p:nvSpPr>
        <p:spPr>
          <a:xfrm>
            <a:off x="6578600" y="36830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Distancia de traza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 txBox="1"/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30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300" b="0" i="0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35" name="Tex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hape 38"/>
          <p:cNvSpPr/>
          <p:nvPr/>
        </p:nvSpPr>
        <p:spPr>
          <a:xfrm>
            <a:off x="6400800" y="4965700"/>
            <a:ext cx="21590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/>
          <p:cNvSpPr txBox="1"/>
          <p:nvPr/>
        </p:nvSpPr>
        <p:spPr>
          <a:xfrm>
            <a:off x="6451600" y="50673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Epsilon Teorico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/>
              <p:cNvSpPr txBox="1"/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2" name="Tex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/>
          <p:cNvSpPr/>
          <p:nvPr/>
        </p:nvSpPr>
        <p:spPr>
          <a:xfrm>
            <a:off x="8801100" y="4965700"/>
            <a:ext cx="23495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4" name="Text 42"/>
          <p:cNvSpPr txBox="1"/>
          <p:nvPr/>
        </p:nvSpPr>
        <p:spPr>
          <a:xfrm>
            <a:off x="8851900" y="5067300"/>
            <a:ext cx="226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43"/>
              <p:cNvSpPr txBox="1"/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5" name="Tex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A047B3C7-3C7A-7B7C-6CDC-5579745FC62C}"/>
                  </a:ext>
                </a:extLst>
              </p:cNvPr>
              <p:cNvSpPr txBox="1"/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A047B3C7-3C7A-7B7C-6CDC-5579745FC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blipFill>
                <a:blip r:embed="rId10"/>
                <a:stretch>
                  <a:fillRect t="-163333" b="-28000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28">
            <a:extLst>
              <a:ext uri="{FF2B5EF4-FFF2-40B4-BE49-F238E27FC236}">
                <a16:creationId xmlns:a16="http://schemas.microsoft.com/office/drawing/2014/main" id="{5AC9C5B5-4E4F-82C6-4B8A-7FDFA897BE1E}"/>
              </a:ext>
            </a:extLst>
          </p:cNvPr>
          <p:cNvSpPr txBox="1"/>
          <p:nvPr/>
        </p:nvSpPr>
        <p:spPr>
          <a:xfrm>
            <a:off x="4927600" y="36830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CD1772D8-A8F5-B866-8C48-FCD5121E934B}"/>
                  </a:ext>
                </a:extLst>
              </p:cNvPr>
              <p:cNvSpPr txBox="1"/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CD1772D8-A8F5-B866-8C48-FCD5121E9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blipFill>
                <a:blip r:embed="rId11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hape 30">
            <a:extLst>
              <a:ext uri="{FF2B5EF4-FFF2-40B4-BE49-F238E27FC236}">
                <a16:creationId xmlns:a16="http://schemas.microsoft.com/office/drawing/2014/main" id="{497741D7-E530-49F9-F812-2E0AEF15371D}"/>
              </a:ext>
            </a:extLst>
          </p:cNvPr>
          <p:cNvSpPr/>
          <p:nvPr/>
        </p:nvSpPr>
        <p:spPr>
          <a:xfrm>
            <a:off x="84963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5A11D58D-ECAD-45F4-7618-F4CF5FA88D7B}"/>
              </a:ext>
            </a:extLst>
          </p:cNvPr>
          <p:cNvSpPr/>
          <p:nvPr/>
        </p:nvSpPr>
        <p:spPr>
          <a:xfrm>
            <a:off x="8763000" y="3581400"/>
            <a:ext cx="24257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94DDEF98-81B9-8337-5E57-B74315F56C3A}"/>
              </a:ext>
            </a:extLst>
          </p:cNvPr>
          <p:cNvSpPr txBox="1"/>
          <p:nvPr/>
        </p:nvSpPr>
        <p:spPr>
          <a:xfrm>
            <a:off x="8813800" y="36830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975FA217-8E95-611E-988F-2378DA779640}"/>
                  </a:ext>
                </a:extLst>
              </p:cNvPr>
              <p:cNvSpPr txBox="1"/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200" noProof="1"/>
              </a:p>
            </p:txBody>
          </p:sp>
        </mc:Choice>
        <mc:Fallback xmlns="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975FA217-8E95-611E-988F-2378DA779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blipFill>
                <a:blip r:embed="rId12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30">
            <a:extLst>
              <a:ext uri="{FF2B5EF4-FFF2-40B4-BE49-F238E27FC236}">
                <a16:creationId xmlns:a16="http://schemas.microsoft.com/office/drawing/2014/main" id="{F2EFCF72-7879-0032-FA65-D1345CF05B2F}"/>
              </a:ext>
            </a:extLst>
          </p:cNvPr>
          <p:cNvSpPr/>
          <p:nvPr/>
        </p:nvSpPr>
        <p:spPr>
          <a:xfrm>
            <a:off x="748030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EB7E8CFD-2027-03E4-ECF7-1AE9665CED30}"/>
              </a:ext>
            </a:extLst>
          </p:cNvPr>
          <p:cNvSpPr/>
          <p:nvPr/>
        </p:nvSpPr>
        <p:spPr>
          <a:xfrm>
            <a:off x="997585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95397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/>
          <p:cNvSpPr txBox="1"/>
          <p:nvPr/>
        </p:nvSpPr>
        <p:spPr>
          <a:xfrm>
            <a:off x="731520" y="2603500"/>
            <a:ext cx="5486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1</a:t>
            </a:r>
            <a:endParaRPr lang="es-ES_tradnl" sz="1400" noProof="1"/>
          </a:p>
        </p:txBody>
      </p:sp>
      <p:sp>
        <p:nvSpPr>
          <p:cNvPr id="5" name="Text 3"/>
          <p:cNvSpPr txBox="1"/>
          <p:nvPr/>
        </p:nvSpPr>
        <p:spPr>
          <a:xfrm>
            <a:off x="731520" y="3022600"/>
            <a:ext cx="74980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</a:t>
            </a:r>
            <a:endParaRPr lang="es-ES_tradnl" sz="4000" noProof="1"/>
          </a:p>
        </p:txBody>
      </p:sp>
      <p:sp>
        <p:nvSpPr>
          <p:cNvPr id="6" name="Text 4"/>
          <p:cNvSpPr txBox="1"/>
          <p:nvPr/>
        </p:nvSpPr>
        <p:spPr>
          <a:xfrm>
            <a:off x="731520" y="401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noProof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atributos de German Credit a estados de un qubit</a:t>
            </a:r>
            <a:endParaRPr lang="es-ES_tradnl" sz="2000" noProof="1"/>
          </a:p>
        </p:txBody>
      </p:sp>
    </p:spTree>
    <p:extLst>
      <p:ext uri="{BB962C8B-B14F-4D97-AF65-F5344CB8AC3E}">
        <p14:creationId xmlns:p14="http://schemas.microsoft.com/office/powerpoint/2010/main" val="247860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codificación</a:t>
            </a:r>
            <a:endParaRPr lang="es-ES_tradnl" sz="3200" noProof="1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Credit · 1000 filas · 9 atributos → 7 qubits (uno por columna)</a:t>
            </a:r>
            <a:endParaRPr lang="es-ES_tradnl" sz="1800" noProof="1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874520"/>
          <a:ext cx="7406640" cy="380390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Atributo(s)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Compuertas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credit_history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status_account + month_duration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RZ(φ)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status_savings + years_employment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RZ(φ)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credit_amount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RZ(0)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75320" y="187452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6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7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Categóricos</a:t>
            </a:r>
            <a:endParaRPr lang="es-ES_tradnl" sz="17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 txBox="1"/>
              <p:nvPr/>
            </p:nvSpPr>
            <p:spPr>
              <a:xfrm>
                <a:off x="8503920" y="2423160"/>
                <a:ext cx="3017520" cy="118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categoría,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nº de categorías. Todos los estados quedan sobre el ecuador de la esfera de Bloch.</a:t>
                </a:r>
                <a:endParaRPr lang="es-ES_tradnl" sz="1400" noProof="1"/>
              </a:p>
            </p:txBody>
          </p:sp>
        </mc:Choice>
        <mc:Fallback xmlns="">
          <p:sp>
            <p:nvSpPr>
              <p:cNvPr id="10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2423160"/>
                <a:ext cx="3017520" cy="1188720"/>
              </a:xfrm>
              <a:prstGeom prst="rect">
                <a:avLst/>
              </a:prstGeom>
              <a:blipFill>
                <a:blip r:embed="rId3"/>
                <a:stretch>
                  <a:fillRect l="-3766" t="-5319" r="-376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8"/>
          <p:cNvSpPr/>
          <p:nvPr/>
        </p:nvSpPr>
        <p:spPr>
          <a:xfrm>
            <a:off x="8275320" y="384048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Text 9"/>
          <p:cNvSpPr txBox="1"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7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endParaRPr lang="es-ES_tradnl" sz="17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 txBox="1"/>
              <p:nvPr/>
            </p:nvSpPr>
            <p:spPr>
              <a:xfrm>
                <a:off x="8503920" y="4389120"/>
                <a:ext cx="3017520" cy="1280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Dos atributos por qubit: uno fija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y otro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1400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). Ángulos normalizados a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ES" sz="14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ES_tradnl" sz="14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s-ES_tradnl" sz="1400" noProof="1"/>
              </a:p>
            </p:txBody>
          </p:sp>
        </mc:Choice>
        <mc:Fallback xmlns="">
          <p:sp>
            <p:nvSpPr>
              <p:cNvPr id="13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4389120"/>
                <a:ext cx="3017520" cy="1280160"/>
              </a:xfrm>
              <a:prstGeom prst="rect">
                <a:avLst/>
              </a:prstGeom>
              <a:blipFill>
                <a:blip r:embed="rId4"/>
                <a:stretch>
                  <a:fillRect l="-3766" t="-3922" r="-2092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93A384-FCBE-25EB-BE18-A0269EF46936}"/>
                  </a:ext>
                </a:extLst>
              </p14:cNvPr>
              <p14:cNvContentPartPr/>
              <p14:nvPr/>
            </p14:nvContentPartPr>
            <p14:xfrm>
              <a:off x="404640" y="2397240"/>
              <a:ext cx="7350840" cy="325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93A384-FCBE-25EB-BE18-A0269EF469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280" y="2387880"/>
                <a:ext cx="7369560" cy="32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269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codificación categórica</a:t>
            </a:r>
            <a:endParaRPr lang="es-ES_tradnl" sz="3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548640" y="1262941"/>
                <a:ext cx="1152429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s-ES_tradnl" sz="22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Dato: Collateral = 3 (savings agreement/life insurance), con </a:t>
                </a:r>
                <a14:m>
                  <m:oMath xmlns:m="http://schemas.openxmlformats.org/officeDocument/2006/math">
                    <m:r>
                      <a:rPr lang="es-ES" sz="22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s-ES" sz="22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2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s-ES_tradnl" sz="22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categorías  empezamos con el ket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s-ES_tradnl" sz="2200" b="1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s-419" sz="2200" b="1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|</m:t>
                        </m:r>
                        <m:r>
                          <a:rPr lang="es-419" sz="2200" b="1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𝟎</m:t>
                        </m:r>
                      </m:e>
                    </m:d>
                  </m:oMath>
                </a14:m>
                <a:endParaRPr lang="es-ES_tradnl" sz="2200" noProof="1"/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62941"/>
                <a:ext cx="11524298" cy="411480"/>
              </a:xfrm>
              <a:prstGeom prst="rect">
                <a:avLst/>
              </a:prstGeom>
              <a:blipFill>
                <a:blip r:embed="rId3"/>
                <a:stretch>
                  <a:fillRect l="-1542" t="-57576" b="-26969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548640" y="3766203"/>
                <a:ext cx="630936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200" i="1" smtClean="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s-ES" sz="2200" i="1" smtClean="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200" b="0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s-419" sz="2200" b="0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s-419" sz="2200" b="0" i="1" smtClean="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_tradnl" sz="2200" noProof="1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766203"/>
                <a:ext cx="6309360" cy="502920"/>
              </a:xfrm>
              <a:prstGeom prst="rect">
                <a:avLst/>
              </a:prstGeom>
              <a:blipFill>
                <a:blip r:embed="rId4"/>
                <a:stretch>
                  <a:fillRect l="-1610" t="-17500" b="-3250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 txBox="1"/>
          <p:nvPr/>
        </p:nvSpPr>
        <p:spPr>
          <a:xfrm>
            <a:off x="548640" y="2063041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2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</a:t>
            </a:r>
            <a:endParaRPr lang="es-ES_tradnl" sz="2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 txBox="1"/>
              <p:nvPr/>
            </p:nvSpPr>
            <p:spPr>
              <a:xfrm>
                <a:off x="548640" y="2440231"/>
                <a:ext cx="6309360" cy="914400"/>
              </a:xfrm>
              <a:prstGeom prst="rect">
                <a:avLst/>
              </a:prstGeom>
              <a:noFill/>
              <a:ln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E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13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440231"/>
                <a:ext cx="6309360" cy="914400"/>
              </a:xfrm>
              <a:prstGeom prst="rect">
                <a:avLst/>
              </a:prstGeom>
              <a:blipFill>
                <a:blip r:embed="rId5"/>
                <a:stretch>
                  <a:fillRect l="-20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 txBox="1"/>
              <p:nvPr/>
            </p:nvSpPr>
            <p:spPr>
              <a:xfrm>
                <a:off x="548640" y="3251798"/>
                <a:ext cx="63093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22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2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ES" sz="22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  <m:d>
                      <m:dPr>
                        <m:ctrlPr>
                          <a:rPr lang="es-ES" sz="22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2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</m:d>
                  </m:oMath>
                </a14:m>
                <a:endParaRPr lang="es-ES_tradnl" sz="2200" noProof="1"/>
              </a:p>
            </p:txBody>
          </p:sp>
        </mc:Choice>
        <mc:Fallback xmlns="">
          <p:sp>
            <p:nvSpPr>
              <p:cNvPr id="16" name="Tex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251798"/>
                <a:ext cx="6309360" cy="411480"/>
              </a:xfrm>
              <a:prstGeom prst="rect">
                <a:avLst/>
              </a:prstGeom>
              <a:blipFill>
                <a:blip r:embed="rId6"/>
                <a:stretch>
                  <a:fillRect l="-2817" t="-17647" b="-2352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 txBox="1"/>
              <p:nvPr/>
            </p:nvSpPr>
            <p:spPr>
              <a:xfrm>
                <a:off x="548640" y="4547895"/>
                <a:ext cx="5547360" cy="2310105"/>
              </a:xfrm>
              <a:prstGeom prst="rect">
                <a:avLst/>
              </a:prstGeom>
              <a:noFill/>
              <a:ln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ES" sz="2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E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419" sz="2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22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s-ES" sz="2200" i="1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s-E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419" sz="2200" dirty="0"/>
              </a:p>
              <a:p>
                <a:endParaRPr lang="es-419" sz="2200" dirty="0"/>
              </a:p>
              <a:p>
                <a14:m>
                  <m:oMath xmlns:m="http://schemas.openxmlformats.org/officeDocument/2006/math">
                    <m:r>
                      <a:rPr lang="es-ES" sz="2200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s-419" sz="2200" dirty="0"/>
                  <a:t> ? Es gracias a la fase global !</a:t>
                </a:r>
              </a:p>
              <a:p>
                <a:endParaRPr sz="2200" dirty="0"/>
              </a:p>
            </p:txBody>
          </p:sp>
        </mc:Choice>
        <mc:Fallback xmlns="">
          <p:sp>
            <p:nvSpPr>
              <p:cNvPr id="17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547895"/>
                <a:ext cx="5547360" cy="2310105"/>
              </a:xfrm>
              <a:prstGeom prst="rect">
                <a:avLst/>
              </a:prstGeom>
              <a:blipFill>
                <a:blip r:embed="rId7"/>
                <a:stretch>
                  <a:fillRect l="-228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1925881"/>
            <a:ext cx="3931920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0"/>
              <p:cNvSpPr txBox="1"/>
              <p:nvPr/>
            </p:nvSpPr>
            <p:spPr>
              <a:xfrm>
                <a:off x="7635240" y="5857801"/>
                <a:ext cx="39319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Estado propio de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sobre el ecuador, en el ángulo de su categoría.</a:t>
                </a:r>
                <a:endParaRPr lang="es-ES_tradnl" sz="1400" noProof="1"/>
              </a:p>
            </p:txBody>
          </p:sp>
        </mc:Choice>
        <mc:Fallback xmlns="">
          <p:sp>
            <p:nvSpPr>
              <p:cNvPr id="23" name="Tex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5857801"/>
                <a:ext cx="3931920" cy="640080"/>
              </a:xfrm>
              <a:prstGeom prst="rect">
                <a:avLst/>
              </a:prstGeom>
              <a:blipFill>
                <a:blip r:embed="rId9"/>
                <a:stretch>
                  <a:fillRect l="-643" t="-9804" r="-128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3B1402-834C-CE93-E8F6-3FCDA6D781E7}"/>
                  </a:ext>
                </a:extLst>
              </p14:cNvPr>
              <p14:cNvContentPartPr/>
              <p14:nvPr/>
            </p14:nvContentPartPr>
            <p14:xfrm>
              <a:off x="2900160" y="2480400"/>
              <a:ext cx="3181320" cy="3662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3B1402-834C-CE93-E8F6-3FCDA6D781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0800" y="2471040"/>
                <a:ext cx="3200040" cy="36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99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2200" y="368300"/>
            <a:ext cx="932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matriz de densidad paso a paso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54100" y="1422400"/>
                <a:ext cx="10541000" cy="406400"/>
              </a:xfrm>
              <a:prstGeom prst="rect">
                <a:avLst/>
              </a:prstGeom>
              <a:noFill/>
              <a:ln/>
            </p:spPr>
            <p:txBody>
              <a:bodyPr/>
              <a:lstStyle/>
              <a:p>
                <a:r>
                  <a:rPr lang="es-ES_tradnl" sz="20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Estado tras Hadamard: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s-ES" sz="20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endParaRPr lang="en-CO" sz="2000" dirty="0">
                  <a:noFill/>
                </a:endParaRPr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422400"/>
                <a:ext cx="10541000" cy="406400"/>
              </a:xfrm>
              <a:prstGeom prst="rect">
                <a:avLst/>
              </a:prstGeom>
              <a:blipFill>
                <a:blip r:embed="rId3"/>
                <a:stretch>
                  <a:fillRect l="-723" t="-3030" b="-2727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54100" y="1854200"/>
                <a:ext cx="10541000" cy="876300"/>
              </a:xfrm>
              <a:prstGeom prst="rect">
                <a:avLst/>
              </a:prstGeom>
              <a:noFill/>
              <a:ln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00" dirty="0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854200"/>
                <a:ext cx="10541000" cy="876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548640" y="290830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1" name="Text 9"/>
          <p:cNvSpPr txBox="1"/>
          <p:nvPr/>
        </p:nvSpPr>
        <p:spPr>
          <a:xfrm>
            <a:off x="548640" y="29083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 txBox="1"/>
              <p:nvPr/>
            </p:nvSpPr>
            <p:spPr>
              <a:xfrm>
                <a:off x="1054100" y="2844800"/>
                <a:ext cx="10541000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20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  <m:d>
                      <m:d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s-ES_tradnl" sz="20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ES" sz="2000" b="1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  <m:sSub>
                      <m:sSub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  <m:sSup>
                      <m:sSupPr>
                        <m:ctrlP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ES" sz="2000" b="1" i="1" smtClean="0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ES" sz="2000" b="1" i="1">
                                <a:solidFill>
                                  <a:srgbClr val="1F2433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sub>
                        </m:sSub>
                      </m:e>
                      <m:sup>
                        <m:r>
                          <a:rPr lang="es-ES" sz="20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endParaRPr lang="es-ES_tradnl" sz="2000" noProof="1"/>
              </a:p>
            </p:txBody>
          </p:sp>
        </mc:Choice>
        <mc:Fallback xmlns="">
          <p:sp>
            <p:nvSpPr>
              <p:cNvPr id="12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844800"/>
                <a:ext cx="10541000" cy="431800"/>
              </a:xfrm>
              <a:prstGeom prst="rect">
                <a:avLst/>
              </a:prstGeom>
              <a:blipFill>
                <a:blip r:embed="rId5"/>
                <a:stretch>
                  <a:fillRect l="-1566" t="-2857" b="-2285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 txBox="1"/>
              <p:nvPr/>
            </p:nvSpPr>
            <p:spPr>
              <a:xfrm>
                <a:off x="932688" y="3492500"/>
                <a:ext cx="9359900" cy="3365500"/>
              </a:xfrm>
              <a:prstGeom prst="rect">
                <a:avLst/>
              </a:prstGeom>
              <a:noFill/>
              <a:ln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419" sz="25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419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419" sz="25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 sz="2500" i="1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ar-AE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5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ar-AE" sz="2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5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5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ar-AE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sz="2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ar-AE" sz="2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ar-AE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419" sz="2500" dirty="0"/>
                  <a:t> dado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sz="25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419" sz="25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419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419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2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s-419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s-419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419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𝑖𝑠𝑖𝑛</m:t>
                    </m:r>
                    <m:d>
                      <m:dPr>
                        <m:ctrlPr>
                          <a:rPr lang="es-419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s-419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419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s-419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sz="2500" dirty="0"/>
              </a:p>
            </p:txBody>
          </p:sp>
        </mc:Choice>
        <mc:Fallback xmlns="">
          <p:sp>
            <p:nvSpPr>
              <p:cNvPr id="13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3492500"/>
                <a:ext cx="9359900" cy="3365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BBFFACC-C21B-59BD-29EC-00514B79CC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925881"/>
            <a:ext cx="3931920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20">
                <a:extLst>
                  <a:ext uri="{FF2B5EF4-FFF2-40B4-BE49-F238E27FC236}">
                    <a16:creationId xmlns:a16="http://schemas.microsoft.com/office/drawing/2014/main" id="{B144111D-508D-3DB5-48D4-DCD595A86B9C}"/>
                  </a:ext>
                </a:extLst>
              </p:cNvPr>
              <p:cNvSpPr txBox="1"/>
              <p:nvPr/>
            </p:nvSpPr>
            <p:spPr>
              <a:xfrm>
                <a:off x="7635240" y="5857801"/>
                <a:ext cx="39319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Estado propio de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sobre el ecuador, en el ángulo de su categoría.</a:t>
                </a:r>
                <a:endParaRPr lang="es-ES_tradnl" sz="1400" noProof="1"/>
              </a:p>
            </p:txBody>
          </p:sp>
        </mc:Choice>
        <mc:Fallback xmlns="">
          <p:sp>
            <p:nvSpPr>
              <p:cNvPr id="15" name="Text 20">
                <a:extLst>
                  <a:ext uri="{FF2B5EF4-FFF2-40B4-BE49-F238E27FC236}">
                    <a16:creationId xmlns:a16="http://schemas.microsoft.com/office/drawing/2014/main" id="{B144111D-508D-3DB5-48D4-DCD595A86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5857801"/>
                <a:ext cx="3931920" cy="640080"/>
              </a:xfrm>
              <a:prstGeom prst="rect">
                <a:avLst/>
              </a:prstGeom>
              <a:blipFill>
                <a:blip r:embed="rId8"/>
                <a:stretch>
                  <a:fillRect l="-643" t="-9804" r="-128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565CE2-AC4F-42E8-3EE6-3462D29487C9}"/>
                  </a:ext>
                </a:extLst>
              </p14:cNvPr>
              <p14:cNvContentPartPr/>
              <p14:nvPr/>
            </p14:nvContentPartPr>
            <p14:xfrm>
              <a:off x="1255320" y="1760760"/>
              <a:ext cx="9724320" cy="496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565CE2-AC4F-42E8-3EE6-3462D29487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45960" y="1751400"/>
                <a:ext cx="9743040" cy="49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43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codificación numérica (dense angle)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a [0, π]</a:t>
            </a:r>
            <a:endParaRPr lang="es-ES_tradnl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51560" y="1783080"/>
                <a:ext cx="63093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1783080"/>
                <a:ext cx="6309360" cy="457200"/>
              </a:xfrm>
              <a:prstGeom prst="rect">
                <a:avLst/>
              </a:prstGeom>
              <a:blipFill>
                <a:blip r:embed="rId3"/>
                <a:stretch>
                  <a:fillRect l="-1408" t="-8108" b="-1891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1" name="Text 9"/>
          <p:cNvSpPr txBox="1"/>
          <p:nvPr/>
        </p:nvSpPr>
        <p:spPr>
          <a:xfrm>
            <a:off x="54864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 txBox="1"/>
              <p:nvPr/>
            </p:nvSpPr>
            <p:spPr>
              <a:xfrm>
                <a:off x="1051560" y="2395728"/>
                <a:ext cx="63093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16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s-ES_tradnl" sz="16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primer atributo</a:t>
                </a:r>
                <a:endParaRPr lang="es-ES_tradnl" sz="1600" noProof="1"/>
              </a:p>
            </p:txBody>
          </p:sp>
        </mc:Choice>
        <mc:Fallback xmlns="">
          <p:sp>
            <p:nvSpPr>
              <p:cNvPr id="12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2395728"/>
                <a:ext cx="6309360" cy="411480"/>
              </a:xfrm>
              <a:prstGeom prst="rect">
                <a:avLst/>
              </a:prstGeom>
              <a:blipFill>
                <a:blip r:embed="rId4"/>
                <a:stretch>
                  <a:fillRect l="-2213" t="-1470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 txBox="1"/>
              <p:nvPr/>
            </p:nvSpPr>
            <p:spPr>
              <a:xfrm>
                <a:off x="1051560" y="2807208"/>
                <a:ext cx="63093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13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2807208"/>
                <a:ext cx="6309360" cy="457200"/>
              </a:xfrm>
              <a:prstGeom prst="rect">
                <a:avLst/>
              </a:prstGeom>
              <a:blipFill>
                <a:blip r:embed="rId5"/>
                <a:stretch>
                  <a:fillRect l="-1408" t="-10811" b="-21622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548640" y="3465576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5" name="Text 13"/>
          <p:cNvSpPr txBox="1"/>
          <p:nvPr/>
        </p:nvSpPr>
        <p:spPr>
          <a:xfrm>
            <a:off x="54864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 txBox="1"/>
              <p:nvPr/>
            </p:nvSpPr>
            <p:spPr>
              <a:xfrm>
                <a:off x="1051560" y="3419856"/>
                <a:ext cx="63093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16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  <m:d>
                      <m:dPr>
                        <m:ctrlP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1" i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</m:d>
                  </m:oMath>
                </a14:m>
                <a:r>
                  <a:rPr lang="es-ES_tradnl" sz="1600" b="1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segundo atributo</a:t>
                </a:r>
                <a:endParaRPr lang="es-ES_tradnl" sz="1600" noProof="1"/>
              </a:p>
            </p:txBody>
          </p:sp>
        </mc:Choice>
        <mc:Fallback xmlns="">
          <p:sp>
            <p:nvSpPr>
              <p:cNvPr id="16" name="Tex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419856"/>
                <a:ext cx="6309360" cy="411480"/>
              </a:xfrm>
              <a:prstGeom prst="rect">
                <a:avLst/>
              </a:prstGeom>
              <a:blipFill>
                <a:blip r:embed="rId6"/>
                <a:stretch>
                  <a:fillRect l="-2213" t="-15152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 txBox="1"/>
              <p:nvPr/>
            </p:nvSpPr>
            <p:spPr>
              <a:xfrm>
                <a:off x="1051560" y="3831336"/>
                <a:ext cx="63093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  <m:func>
                        <m:func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func>
                        <m:func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sz="1800" i="1">
                                      <a:solidFill>
                                        <a:srgbClr val="16193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17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831336"/>
                <a:ext cx="6309360" cy="457200"/>
              </a:xfrm>
              <a:prstGeom prst="rect">
                <a:avLst/>
              </a:prstGeom>
              <a:blipFill>
                <a:blip r:embed="rId7"/>
                <a:stretch>
                  <a:fillRect l="-1207" t="-8108" b="-24324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548640" y="4489704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9" name="Text 17"/>
          <p:cNvSpPr txBox="1"/>
          <p:nvPr/>
        </p:nvSpPr>
        <p:spPr>
          <a:xfrm>
            <a:off x="54864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_tradnl" sz="1300" noProof="1"/>
          </a:p>
        </p:txBody>
      </p:sp>
      <p:sp>
        <p:nvSpPr>
          <p:cNvPr id="20" name="Text 18"/>
          <p:cNvSpPr txBox="1"/>
          <p:nvPr/>
        </p:nvSpPr>
        <p:spPr>
          <a:xfrm>
            <a:off x="1051560" y="44439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Bloch</a:t>
            </a:r>
            <a:endParaRPr lang="es-ES_tradnl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 txBox="1"/>
              <p:nvPr/>
            </p:nvSpPr>
            <p:spPr>
              <a:xfrm>
                <a:off x="1051560" y="4855464"/>
                <a:ext cx="63093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func>
                            <m:func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8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func>
                            <m:func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21" name="Tex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4855464"/>
                <a:ext cx="630936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548640" y="5359400"/>
            <a:ext cx="6766560" cy="990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08A2E"/>
            </a:solidFill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 txBox="1"/>
              <p:nvPr/>
            </p:nvSpPr>
            <p:spPr>
              <a:xfrm>
                <a:off x="822960" y="5461000"/>
                <a:ext cx="6217920" cy="78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s-ES_tradnl" sz="1500" b="1" noProof="1">
                    <a:solidFill>
                      <a:srgbClr val="E08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Ejemplo: </a:t>
                </a:r>
                <a14:m>
                  <m:oMath xmlns:m="http://schemas.openxmlformats.org/officeDocument/2006/math"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lang="es-ES_tradnl" sz="1500" noProof="1">
                    <a:solidFill>
                      <a:srgbClr val="E08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⇒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ctrlPr>
                              <a:rPr lang="es-ES" sz="1500" i="1">
                                <a:solidFill>
                                  <a:srgbClr val="E08A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500">
                                <a:solidFill>
                                  <a:srgbClr val="E08A2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ES" sz="1500" i="1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·5</m:t>
                        </m:r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/17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s-ES" sz="1500" i="1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500">
                            <a:solidFill>
                              <a:srgbClr val="E08A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_tradnl" sz="1500" noProof="1">
                  <a:solidFill>
                    <a:srgbClr val="E08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s-ES_tradnl" sz="1500" noProof="1">
                    <a:solidFill>
                      <a:srgbClr val="E08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Vector de Bloch: </a:t>
                </a:r>
                <a14:m>
                  <m:oMath xmlns:m="http://schemas.openxmlformats.org/officeDocument/2006/math"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s-ES" sz="1500">
                        <a:solidFill>
                          <a:srgbClr val="E08A2E"/>
                        </a:solidFill>
                        <a:latin typeface="Cambria Math" panose="02040503050406030204" pitchFamily="18" charset="0"/>
                      </a:rPr>
                      <m:t>)≈(0.52, 0.69, 0.50)</m:t>
                    </m:r>
                  </m:oMath>
                </a14:m>
                <a:endParaRPr lang="es-ES_tradnl" sz="1500" noProof="1">
                  <a:solidFill>
                    <a:srgbClr val="E08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23" name="Tex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5461000"/>
                <a:ext cx="6217920" cy="787400"/>
              </a:xfrm>
              <a:prstGeom prst="rect">
                <a:avLst/>
              </a:prstGeom>
              <a:blipFill>
                <a:blip r:embed="rId9"/>
                <a:stretch>
                  <a:fillRect t="-28571" b="-3015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2"/>
              <p:cNvSpPr txBox="1"/>
              <p:nvPr/>
            </p:nvSpPr>
            <p:spPr>
              <a:xfrm>
                <a:off x="7635240" y="5486400"/>
                <a:ext cx="393192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400" i="1">
                            <a:solidFill>
                              <a:srgbClr val="5F6B7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400" i="1">
                            <a:solidFill>
                              <a:srgbClr val="5F6B7A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s-ES" sz="1400" i="1">
                            <a:solidFill>
                              <a:srgbClr val="5F6B7A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evita que </a:t>
                </a:r>
                <a14:m>
                  <m:oMath xmlns:m="http://schemas.openxmlformats.org/officeDocument/2006/math"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ES" sz="1400" i="1">
                        <a:solidFill>
                          <a:srgbClr val="5F6B7A"/>
                        </a:solidFill>
                        <a:latin typeface="Cambria Math" panose="02040503050406030204" pitchFamily="18" charset="0"/>
                      </a:rPr>
                      <m:t>≡0</m:t>
                    </m:r>
                  </m:oMath>
                </a14:m>
                <a:r>
                  <a:rPr lang="es-ES_tradnl" sz="1400" noProof="1">
                    <a:solidFill>
                      <a:srgbClr val="5F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junte el mínimo con el máximo y conserva el orden.</a:t>
                </a:r>
                <a:endParaRPr lang="es-ES_tradnl" sz="1400" noProof="1"/>
              </a:p>
            </p:txBody>
          </p:sp>
        </mc:Choice>
        <mc:Fallback xmlns="">
          <p:sp>
            <p:nvSpPr>
              <p:cNvPr id="25" name="Tex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5486400"/>
                <a:ext cx="3931920" cy="731520"/>
              </a:xfrm>
              <a:prstGeom prst="rect">
                <a:avLst/>
              </a:prstGeom>
              <a:blipFill>
                <a:blip r:embed="rId11"/>
                <a:stretch>
                  <a:fillRect t="-862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44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CAFAC-4D05-80F8-C955-5A79208D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D0683BF-3036-009B-8A3E-97D909E8015B}"/>
              </a:ext>
            </a:extLst>
          </p:cNvPr>
          <p:cNvSpPr txBox="1"/>
          <p:nvPr/>
        </p:nvSpPr>
        <p:spPr>
          <a:xfrm>
            <a:off x="548640" y="356616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DFC49D-2FD9-E250-ACF2-362A916F3473}"/>
              </a:ext>
            </a:extLst>
          </p:cNvPr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C381EC-026D-86EB-54D2-E62D7F414AA5}"/>
              </a:ext>
            </a:extLst>
          </p:cNvPr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2CD78F-2909-ADBA-6B4C-AE09C0486A90}"/>
              </a:ext>
            </a:extLst>
          </p:cNvPr>
          <p:cNvSpPr/>
          <p:nvPr/>
        </p:nvSpPr>
        <p:spPr>
          <a:xfrm>
            <a:off x="965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99E019C-41B1-1DFF-D9AA-15B54A35A60C}"/>
              </a:ext>
            </a:extLst>
          </p:cNvPr>
          <p:cNvSpPr txBox="1"/>
          <p:nvPr/>
        </p:nvSpPr>
        <p:spPr>
          <a:xfrm>
            <a:off x="1016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E6D7BEF5-9D32-0DB8-8401-4A2652AC42FF}"/>
                  </a:ext>
                </a:extLst>
              </p:cNvPr>
              <p:cNvSpPr txBox="1"/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E6D7BEF5-9D32-0DB8-8401-4A2652AC4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blipFill>
                <a:blip r:embed="rId3"/>
                <a:stretch>
                  <a:fillRect t="-1785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4FEFC9A6-9F45-C7FA-97F6-5AB777029D86}"/>
              </a:ext>
            </a:extLst>
          </p:cNvPr>
          <p:cNvSpPr/>
          <p:nvPr/>
        </p:nvSpPr>
        <p:spPr>
          <a:xfrm>
            <a:off x="3898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10C6101-FF8E-26C9-5E71-E9A5563DEB0A}"/>
              </a:ext>
            </a:extLst>
          </p:cNvPr>
          <p:cNvSpPr/>
          <p:nvPr/>
        </p:nvSpPr>
        <p:spPr>
          <a:xfrm>
            <a:off x="4648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9627308-E249-BF10-DEE5-10058AC324CE}"/>
              </a:ext>
            </a:extLst>
          </p:cNvPr>
          <p:cNvSpPr txBox="1"/>
          <p:nvPr/>
        </p:nvSpPr>
        <p:spPr>
          <a:xfrm>
            <a:off x="4699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0237B8-FC0E-2F33-B332-3DA29AC799C1}"/>
              </a:ext>
            </a:extLst>
          </p:cNvPr>
          <p:cNvSpPr/>
          <p:nvPr/>
        </p:nvSpPr>
        <p:spPr>
          <a:xfrm>
            <a:off x="7581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94C6158-5EE2-B039-9B12-2A72D2BA889A}"/>
              </a:ext>
            </a:extLst>
          </p:cNvPr>
          <p:cNvSpPr/>
          <p:nvPr/>
        </p:nvSpPr>
        <p:spPr>
          <a:xfrm>
            <a:off x="8331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F96F3F-593D-9B01-19A9-8CC1D99747E2}"/>
              </a:ext>
            </a:extLst>
          </p:cNvPr>
          <p:cNvSpPr txBox="1"/>
          <p:nvPr/>
        </p:nvSpPr>
        <p:spPr>
          <a:xfrm>
            <a:off x="8382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7157DF52-6B5C-F482-5B1B-8C56415D163E}"/>
                  </a:ext>
                </a:extLst>
              </p:cNvPr>
              <p:cNvSpPr txBox="1"/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7157DF52-6B5C-F482-5B1B-8C56415D1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blipFill>
                <a:blip r:embed="rId4"/>
                <a:stretch>
                  <a:fillRect t="-714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>
            <a:extLst>
              <a:ext uri="{FF2B5EF4-FFF2-40B4-BE49-F238E27FC236}">
                <a16:creationId xmlns:a16="http://schemas.microsoft.com/office/drawing/2014/main" id="{F1A69D4E-66EB-7210-7C92-AAA04D8CF0FB}"/>
              </a:ext>
            </a:extLst>
          </p:cNvPr>
          <p:cNvSpPr/>
          <p:nvPr/>
        </p:nvSpPr>
        <p:spPr>
          <a:xfrm>
            <a:off x="774700" y="3048000"/>
            <a:ext cx="10604500" cy="1651000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21F0D1-C192-721E-DC0B-025D8A0875E7}"/>
              </a:ext>
            </a:extLst>
          </p:cNvPr>
          <p:cNvSpPr txBox="1"/>
          <p:nvPr/>
        </p:nvSpPr>
        <p:spPr>
          <a:xfrm>
            <a:off x="965200" y="309880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i = 0, …, 999</a:t>
            </a:r>
            <a:endParaRPr lang="es-ES_tradnl" sz="1400" noProof="1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68BAFC7-C0A3-19BF-97DC-62D808E8C21D}"/>
              </a:ext>
            </a:extLst>
          </p:cNvPr>
          <p:cNvSpPr/>
          <p:nvPr/>
        </p:nvSpPr>
        <p:spPr>
          <a:xfrm>
            <a:off x="965200" y="3581400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5C6245F-E7D3-8B98-E40F-3D3039B03742}"/>
              </a:ext>
            </a:extLst>
          </p:cNvPr>
          <p:cNvSpPr txBox="1"/>
          <p:nvPr/>
        </p:nvSpPr>
        <p:spPr>
          <a:xfrm>
            <a:off x="1016000" y="36830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609F9370-AB73-03B1-9457-A5E9DECF948E}"/>
                  </a:ext>
                </a:extLst>
              </p:cNvPr>
              <p:cNvSpPr txBox="1"/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s-419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  <a:p>
                <a:pPr marL="0" indent="0" algn="ctr">
                  <a:buNone/>
                </a:pPr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la fila </a:t>
                </a:r>
                <a14:m>
                  <m:oMath xmlns:m="http://schemas.openxmlformats.org/officeDocument/2006/math">
                    <m:r>
                      <a:rPr lang="es-ES" sz="13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609F9370-AB73-03B1-9457-A5E9DECF9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blipFill>
                <a:blip r:embed="rId5"/>
                <a:stretch>
                  <a:fillRect t="-10000" b="-366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>
            <a:extLst>
              <a:ext uri="{FF2B5EF4-FFF2-40B4-BE49-F238E27FC236}">
                <a16:creationId xmlns:a16="http://schemas.microsoft.com/office/drawing/2014/main" id="{2553AA59-E247-A253-E1D5-BB4078A8F43B}"/>
              </a:ext>
            </a:extLst>
          </p:cNvPr>
          <p:cNvSpPr/>
          <p:nvPr/>
        </p:nvSpPr>
        <p:spPr>
          <a:xfrm>
            <a:off x="2552700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D60B32E-5939-AFD6-92C1-6B2955DCBB11}"/>
              </a:ext>
            </a:extLst>
          </p:cNvPr>
          <p:cNvSpPr/>
          <p:nvPr/>
        </p:nvSpPr>
        <p:spPr>
          <a:xfrm>
            <a:off x="2822575" y="3581400"/>
            <a:ext cx="1714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62088AA-E32F-888C-9750-D0C6D11A7ACC}"/>
              </a:ext>
            </a:extLst>
          </p:cNvPr>
          <p:cNvSpPr txBox="1"/>
          <p:nvPr/>
        </p:nvSpPr>
        <p:spPr>
          <a:xfrm>
            <a:off x="2873375" y="368300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6A6F22DF-C071-A915-F224-FFCAF679007C}"/>
                  </a:ext>
                </a:extLst>
              </p:cNvPr>
              <p:cNvSpPr txBox="1"/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6A6F22DF-C071-A915-F224-FFCAF6790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blipFill>
                <a:blip r:embed="rId6"/>
                <a:stretch>
                  <a:fillRect t="-178571" b="-30357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>
            <a:extLst>
              <a:ext uri="{FF2B5EF4-FFF2-40B4-BE49-F238E27FC236}">
                <a16:creationId xmlns:a16="http://schemas.microsoft.com/office/drawing/2014/main" id="{28088DEC-3EA2-7CB4-9392-03D33C2C2065}"/>
              </a:ext>
            </a:extLst>
          </p:cNvPr>
          <p:cNvSpPr/>
          <p:nvPr/>
        </p:nvSpPr>
        <p:spPr>
          <a:xfrm>
            <a:off x="4600575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6C16CAE-B1EB-FCD6-C62F-F9FDE09B52BA}"/>
              </a:ext>
            </a:extLst>
          </p:cNvPr>
          <p:cNvSpPr/>
          <p:nvPr/>
        </p:nvSpPr>
        <p:spPr>
          <a:xfrm>
            <a:off x="4876800" y="3581400"/>
            <a:ext cx="13208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BDF3CC6-FA92-3E48-4C15-EBD810374085}"/>
              </a:ext>
            </a:extLst>
          </p:cNvPr>
          <p:cNvSpPr/>
          <p:nvPr/>
        </p:nvSpPr>
        <p:spPr>
          <a:xfrm flipV="1">
            <a:off x="62611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06B5EE3-66C4-96BA-8F9F-6ACD3200A041}"/>
              </a:ext>
            </a:extLst>
          </p:cNvPr>
          <p:cNvSpPr/>
          <p:nvPr/>
        </p:nvSpPr>
        <p:spPr>
          <a:xfrm>
            <a:off x="6527800" y="3581400"/>
            <a:ext cx="19050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6AEF3F8-D8E2-8E41-DFDB-8CC90E39E294}"/>
              </a:ext>
            </a:extLst>
          </p:cNvPr>
          <p:cNvSpPr txBox="1"/>
          <p:nvPr/>
        </p:nvSpPr>
        <p:spPr>
          <a:xfrm>
            <a:off x="6578600" y="36830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Distancia de traza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96D8A42-9A85-2469-AC31-048A1710A223}"/>
                  </a:ext>
                </a:extLst>
              </p:cNvPr>
              <p:cNvSpPr txBox="1"/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30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300" b="0" i="0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96D8A42-9A85-2469-AC31-048A1710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hape 38">
            <a:extLst>
              <a:ext uri="{FF2B5EF4-FFF2-40B4-BE49-F238E27FC236}">
                <a16:creationId xmlns:a16="http://schemas.microsoft.com/office/drawing/2014/main" id="{9725227C-73E4-B2DB-1AEB-5F8C174E17C3}"/>
              </a:ext>
            </a:extLst>
          </p:cNvPr>
          <p:cNvSpPr/>
          <p:nvPr/>
        </p:nvSpPr>
        <p:spPr>
          <a:xfrm>
            <a:off x="6400800" y="4965700"/>
            <a:ext cx="21590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79083D3-89A8-D4E5-18F0-E2EF4725A032}"/>
              </a:ext>
            </a:extLst>
          </p:cNvPr>
          <p:cNvSpPr txBox="1"/>
          <p:nvPr/>
        </p:nvSpPr>
        <p:spPr>
          <a:xfrm>
            <a:off x="6451600" y="50673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Epsilon Teorico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DD341A1E-AF9A-91E4-0F36-B8A738C70C84}"/>
                  </a:ext>
                </a:extLst>
              </p:cNvPr>
              <p:cNvSpPr txBox="1"/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DD341A1E-AF9A-91E4-0F36-B8A738C70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>
            <a:extLst>
              <a:ext uri="{FF2B5EF4-FFF2-40B4-BE49-F238E27FC236}">
                <a16:creationId xmlns:a16="http://schemas.microsoft.com/office/drawing/2014/main" id="{0B932E6B-47D5-102D-DC5C-1E6166A8D8CB}"/>
              </a:ext>
            </a:extLst>
          </p:cNvPr>
          <p:cNvSpPr/>
          <p:nvPr/>
        </p:nvSpPr>
        <p:spPr>
          <a:xfrm>
            <a:off x="8801100" y="4965700"/>
            <a:ext cx="23495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B265586-293C-FC01-CFA4-ACFD90ED0AC9}"/>
              </a:ext>
            </a:extLst>
          </p:cNvPr>
          <p:cNvSpPr txBox="1"/>
          <p:nvPr/>
        </p:nvSpPr>
        <p:spPr>
          <a:xfrm>
            <a:off x="8851900" y="5067300"/>
            <a:ext cx="226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9AE7C78F-82A6-532A-4373-6AC52934747C}"/>
                  </a:ext>
                </a:extLst>
              </p:cNvPr>
              <p:cNvSpPr txBox="1"/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9AE7C78F-82A6-532A-4373-6AC529347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B75403EB-E00C-41EB-45D5-4B935F13DACD}"/>
                  </a:ext>
                </a:extLst>
              </p:cNvPr>
              <p:cNvSpPr txBox="1"/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B75403EB-E00C-41EB-45D5-4B935F13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blipFill>
                <a:blip r:embed="rId10"/>
                <a:stretch>
                  <a:fillRect t="-163333" b="-28000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28">
            <a:extLst>
              <a:ext uri="{FF2B5EF4-FFF2-40B4-BE49-F238E27FC236}">
                <a16:creationId xmlns:a16="http://schemas.microsoft.com/office/drawing/2014/main" id="{2E5E33D6-18BC-687B-63FA-8CDE38E9D5BE}"/>
              </a:ext>
            </a:extLst>
          </p:cNvPr>
          <p:cNvSpPr txBox="1"/>
          <p:nvPr/>
        </p:nvSpPr>
        <p:spPr>
          <a:xfrm>
            <a:off x="4927600" y="36830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2B1FC4E4-5060-1A19-3F1A-02DCE7969B23}"/>
                  </a:ext>
                </a:extLst>
              </p:cNvPr>
              <p:cNvSpPr txBox="1"/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2B1FC4E4-5060-1A19-3F1A-02DCE7969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blipFill>
                <a:blip r:embed="rId11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hape 30">
            <a:extLst>
              <a:ext uri="{FF2B5EF4-FFF2-40B4-BE49-F238E27FC236}">
                <a16:creationId xmlns:a16="http://schemas.microsoft.com/office/drawing/2014/main" id="{6197B0AC-1D18-ADBC-2CE1-4E5477038A40}"/>
              </a:ext>
            </a:extLst>
          </p:cNvPr>
          <p:cNvSpPr/>
          <p:nvPr/>
        </p:nvSpPr>
        <p:spPr>
          <a:xfrm>
            <a:off x="84963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D72EE02F-F6D0-9CD9-653F-72D54631BD37}"/>
              </a:ext>
            </a:extLst>
          </p:cNvPr>
          <p:cNvSpPr/>
          <p:nvPr/>
        </p:nvSpPr>
        <p:spPr>
          <a:xfrm>
            <a:off x="8763000" y="3581400"/>
            <a:ext cx="24257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C7D4ECC5-7E22-B3BF-E6BD-7EA39E548B95}"/>
              </a:ext>
            </a:extLst>
          </p:cNvPr>
          <p:cNvSpPr txBox="1"/>
          <p:nvPr/>
        </p:nvSpPr>
        <p:spPr>
          <a:xfrm>
            <a:off x="8813800" y="36830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C705DDAB-D3F2-F112-B705-20015FEB84B1}"/>
                  </a:ext>
                </a:extLst>
              </p:cNvPr>
              <p:cNvSpPr txBox="1"/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200" noProof="1"/>
              </a:p>
            </p:txBody>
          </p:sp>
        </mc:Choice>
        <mc:Fallback xmlns="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C705DDAB-D3F2-F112-B705-20015FEB8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blipFill>
                <a:blip r:embed="rId12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30">
            <a:extLst>
              <a:ext uri="{FF2B5EF4-FFF2-40B4-BE49-F238E27FC236}">
                <a16:creationId xmlns:a16="http://schemas.microsoft.com/office/drawing/2014/main" id="{B3F468CB-5481-84FE-79BB-8D4974E370B4}"/>
              </a:ext>
            </a:extLst>
          </p:cNvPr>
          <p:cNvSpPr/>
          <p:nvPr/>
        </p:nvSpPr>
        <p:spPr>
          <a:xfrm>
            <a:off x="748030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8DB9A80-5D26-DC89-53D9-546879B9B35C}"/>
              </a:ext>
            </a:extLst>
          </p:cNvPr>
          <p:cNvSpPr/>
          <p:nvPr/>
        </p:nvSpPr>
        <p:spPr>
          <a:xfrm>
            <a:off x="997585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09947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93384-49CF-4EFE-176E-12EE047B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9BD45C-5A5A-8D1C-4546-62DC9993C5F0}"/>
              </a:ext>
            </a:extLst>
          </p:cNvPr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FAF7C3-13A0-8DF3-6F48-8DEE7859F40C}"/>
              </a:ext>
            </a:extLst>
          </p:cNvPr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C22520-472A-CF41-B0EF-423C7A8256B5}"/>
              </a:ext>
            </a:extLst>
          </p:cNvPr>
          <p:cNvSpPr txBox="1"/>
          <p:nvPr/>
        </p:nvSpPr>
        <p:spPr>
          <a:xfrm>
            <a:off x="731520" y="2603500"/>
            <a:ext cx="5486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2</a:t>
            </a:r>
            <a:endParaRPr lang="es-ES_tradnl" sz="1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BBA5D4-EFCA-2E2A-FFA1-4B6BA821DADA}"/>
              </a:ext>
            </a:extLst>
          </p:cNvPr>
          <p:cNvSpPr txBox="1"/>
          <p:nvPr/>
        </p:nvSpPr>
        <p:spPr>
          <a:xfrm>
            <a:off x="731520" y="3022600"/>
            <a:ext cx="74980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</a:t>
            </a:r>
            <a:endParaRPr lang="es-ES_tradnl" sz="400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457DBF-ECF7-FA94-63CB-211B0B64C79F}"/>
              </a:ext>
            </a:extLst>
          </p:cNvPr>
          <p:cNvSpPr txBox="1"/>
          <p:nvPr/>
        </p:nvSpPr>
        <p:spPr>
          <a:xfrm>
            <a:off x="731520" y="401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noProof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matrices de densidad independientes del dataset</a:t>
            </a:r>
            <a:endParaRPr lang="es-ES_tradnl" sz="2000" noProof="1"/>
          </a:p>
        </p:txBody>
      </p:sp>
    </p:spTree>
    <p:extLst>
      <p:ext uri="{BB962C8B-B14F-4D97-AF65-F5344CB8AC3E}">
        <p14:creationId xmlns:p14="http://schemas.microsoft.com/office/powerpoint/2010/main" val="37625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Agregación y datasets vecinos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927098"/>
            <a:ext cx="6766560" cy="1264334"/>
          </a:xfrm>
          <a:prstGeom prst="roundRect">
            <a:avLst>
              <a:gd name="adj" fmla="val 1043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22960" y="204597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</a:t>
            </a:r>
            <a:endParaRPr lang="es-ES_tradnl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822960" y="2430018"/>
                <a:ext cx="621792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sz="1900" noProof="1"/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430018"/>
                <a:ext cx="6217920" cy="457200"/>
              </a:xfrm>
              <a:prstGeom prst="rect">
                <a:avLst/>
              </a:prstGeom>
              <a:blipFill>
                <a:blip r:embed="rId3"/>
                <a:stretch>
                  <a:fillRect l="-1222" t="-237838" b="-34864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548640" y="4094402"/>
            <a:ext cx="6766560" cy="1264334"/>
          </a:xfrm>
          <a:prstGeom prst="roundRect">
            <a:avLst>
              <a:gd name="adj" fmla="val 1043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0" name="Text 8"/>
          <p:cNvSpPr txBox="1"/>
          <p:nvPr/>
        </p:nvSpPr>
        <p:spPr>
          <a:xfrm>
            <a:off x="822960" y="4306473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D′ᵢ (se elimina la fila i)</a:t>
            </a:r>
            <a:endParaRPr lang="es-ES_tradnl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822960" y="4690521"/>
                <a:ext cx="621792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ES" sz="19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s-ES" sz="19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19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sz="1900" noProof="1"/>
              </a:p>
            </p:txBody>
          </p:sp>
        </mc:Choice>
        <mc:Fallback xmlns="">
          <p:sp>
            <p:nvSpPr>
              <p:cNvPr id="1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690521"/>
                <a:ext cx="6217920" cy="457200"/>
              </a:xfrm>
              <a:prstGeom prst="rect">
                <a:avLst/>
              </a:prstGeom>
              <a:blipFill>
                <a:blip r:embed="rId4"/>
                <a:stretch>
                  <a:fillRect l="-815" t="-240541" b="-34324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35240" y="5486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Ilustrativo: el promedio de estados puros queda dentro de la esfera (estado mixto).</a:t>
            </a:r>
            <a:endParaRPr lang="es-ES_tradnl" sz="1400" noProof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4F7AB9-0BA5-4AD8-3601-340F01AD050D}"/>
                  </a:ext>
                </a:extLst>
              </p14:cNvPr>
              <p14:cNvContentPartPr/>
              <p14:nvPr/>
            </p14:nvContentPartPr>
            <p14:xfrm>
              <a:off x="8309520" y="1878840"/>
              <a:ext cx="2143080" cy="2852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4F7AB9-0BA5-4AD8-3601-340F01AD05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00160" y="1869480"/>
                <a:ext cx="2161800" cy="28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0681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45B35-75DB-1DBF-B000-35CD272F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3DFABDB-30D0-ABD7-F54B-D2DA6036B6A9}"/>
              </a:ext>
            </a:extLst>
          </p:cNvPr>
          <p:cNvSpPr txBox="1"/>
          <p:nvPr/>
        </p:nvSpPr>
        <p:spPr>
          <a:xfrm>
            <a:off x="548640" y="356616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78424D-C053-F101-34E5-647535CD9490}"/>
              </a:ext>
            </a:extLst>
          </p:cNvPr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32812F-B98B-5361-51AC-2B3C1F2EA304}"/>
              </a:ext>
            </a:extLst>
          </p:cNvPr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8E48DD7-76A7-7B8F-F8C7-4D345BD191C6}"/>
              </a:ext>
            </a:extLst>
          </p:cNvPr>
          <p:cNvSpPr/>
          <p:nvPr/>
        </p:nvSpPr>
        <p:spPr>
          <a:xfrm>
            <a:off x="965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7B1DA5-FCC0-3535-CFA4-B97CC30D34BF}"/>
              </a:ext>
            </a:extLst>
          </p:cNvPr>
          <p:cNvSpPr txBox="1"/>
          <p:nvPr/>
        </p:nvSpPr>
        <p:spPr>
          <a:xfrm>
            <a:off x="1016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8B1C1979-C128-95EE-22D7-9D8D53368A3A}"/>
                  </a:ext>
                </a:extLst>
              </p:cNvPr>
              <p:cNvSpPr txBox="1"/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8B1C1979-C128-95EE-22D7-9D8D53368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blipFill>
                <a:blip r:embed="rId3"/>
                <a:stretch>
                  <a:fillRect t="-1785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41956397-5350-8F6F-B28C-8C60A79F2933}"/>
              </a:ext>
            </a:extLst>
          </p:cNvPr>
          <p:cNvSpPr/>
          <p:nvPr/>
        </p:nvSpPr>
        <p:spPr>
          <a:xfrm>
            <a:off x="3898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906853-DB5C-AFD9-9F22-62E34E09A3FF}"/>
              </a:ext>
            </a:extLst>
          </p:cNvPr>
          <p:cNvSpPr/>
          <p:nvPr/>
        </p:nvSpPr>
        <p:spPr>
          <a:xfrm>
            <a:off x="4648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FA40D55-C582-59A4-7FC5-C3FB1813B2C0}"/>
              </a:ext>
            </a:extLst>
          </p:cNvPr>
          <p:cNvSpPr txBox="1"/>
          <p:nvPr/>
        </p:nvSpPr>
        <p:spPr>
          <a:xfrm>
            <a:off x="4699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93A59D-840B-AC93-14D0-5A185491E8BC}"/>
              </a:ext>
            </a:extLst>
          </p:cNvPr>
          <p:cNvSpPr/>
          <p:nvPr/>
        </p:nvSpPr>
        <p:spPr>
          <a:xfrm>
            <a:off x="7581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0DBC5E-7CC9-4C45-E0E0-EC2D366796D8}"/>
              </a:ext>
            </a:extLst>
          </p:cNvPr>
          <p:cNvSpPr/>
          <p:nvPr/>
        </p:nvSpPr>
        <p:spPr>
          <a:xfrm>
            <a:off x="8331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034EF27-B78A-E7D8-48DE-74C456C7973D}"/>
              </a:ext>
            </a:extLst>
          </p:cNvPr>
          <p:cNvSpPr txBox="1"/>
          <p:nvPr/>
        </p:nvSpPr>
        <p:spPr>
          <a:xfrm>
            <a:off x="8382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F1D9998F-E945-23D8-5BAA-9F3CD0E2766A}"/>
                  </a:ext>
                </a:extLst>
              </p:cNvPr>
              <p:cNvSpPr txBox="1"/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F1D9998F-E945-23D8-5BAA-9F3CD0E27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blipFill>
                <a:blip r:embed="rId4"/>
                <a:stretch>
                  <a:fillRect t="-714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>
            <a:extLst>
              <a:ext uri="{FF2B5EF4-FFF2-40B4-BE49-F238E27FC236}">
                <a16:creationId xmlns:a16="http://schemas.microsoft.com/office/drawing/2014/main" id="{D89EE9FA-BCB2-F3E6-971B-C6D879993BF2}"/>
              </a:ext>
            </a:extLst>
          </p:cNvPr>
          <p:cNvSpPr/>
          <p:nvPr/>
        </p:nvSpPr>
        <p:spPr>
          <a:xfrm>
            <a:off x="774700" y="3048000"/>
            <a:ext cx="10604500" cy="1651000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558A6EF-25D2-30A2-87EB-C075D5A510D3}"/>
              </a:ext>
            </a:extLst>
          </p:cNvPr>
          <p:cNvSpPr txBox="1"/>
          <p:nvPr/>
        </p:nvSpPr>
        <p:spPr>
          <a:xfrm>
            <a:off x="965200" y="309880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i = 0, …, 999</a:t>
            </a:r>
            <a:endParaRPr lang="es-ES_tradnl" sz="1400" noProof="1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BE79536-A2A5-3761-84FD-5F81218018E7}"/>
              </a:ext>
            </a:extLst>
          </p:cNvPr>
          <p:cNvSpPr/>
          <p:nvPr/>
        </p:nvSpPr>
        <p:spPr>
          <a:xfrm>
            <a:off x="965200" y="3581400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BDB9AD7-B44F-960C-E805-56A14939C61B}"/>
              </a:ext>
            </a:extLst>
          </p:cNvPr>
          <p:cNvSpPr txBox="1"/>
          <p:nvPr/>
        </p:nvSpPr>
        <p:spPr>
          <a:xfrm>
            <a:off x="1016000" y="36830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8C3D46EE-BC25-63A2-F3C0-2F25CCB7F006}"/>
                  </a:ext>
                </a:extLst>
              </p:cNvPr>
              <p:cNvSpPr txBox="1"/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s-419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  <a:p>
                <a:pPr marL="0" indent="0" algn="ctr">
                  <a:buNone/>
                </a:pPr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la fila </a:t>
                </a:r>
                <a14:m>
                  <m:oMath xmlns:m="http://schemas.openxmlformats.org/officeDocument/2006/math">
                    <m:r>
                      <a:rPr lang="es-ES" sz="13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8C3D46EE-BC25-63A2-F3C0-2F25CCB7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blipFill>
                <a:blip r:embed="rId5"/>
                <a:stretch>
                  <a:fillRect t="-10000" b="-366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>
            <a:extLst>
              <a:ext uri="{FF2B5EF4-FFF2-40B4-BE49-F238E27FC236}">
                <a16:creationId xmlns:a16="http://schemas.microsoft.com/office/drawing/2014/main" id="{D9DD0816-CFFA-DD3A-E1E3-2254DE44B5AE}"/>
              </a:ext>
            </a:extLst>
          </p:cNvPr>
          <p:cNvSpPr/>
          <p:nvPr/>
        </p:nvSpPr>
        <p:spPr>
          <a:xfrm>
            <a:off x="2552700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0AD8086-37ED-DE45-DE7E-44514C36F2E0}"/>
              </a:ext>
            </a:extLst>
          </p:cNvPr>
          <p:cNvSpPr/>
          <p:nvPr/>
        </p:nvSpPr>
        <p:spPr>
          <a:xfrm>
            <a:off x="2822575" y="3581400"/>
            <a:ext cx="1714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9CCCE6F-59B8-4A9D-8CE2-8B396D79AFDC}"/>
              </a:ext>
            </a:extLst>
          </p:cNvPr>
          <p:cNvSpPr txBox="1"/>
          <p:nvPr/>
        </p:nvSpPr>
        <p:spPr>
          <a:xfrm>
            <a:off x="2873375" y="368300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C5C6CD79-0642-FDBA-D073-C613B9ED526A}"/>
                  </a:ext>
                </a:extLst>
              </p:cNvPr>
              <p:cNvSpPr txBox="1"/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C5C6CD79-0642-FDBA-D073-C613B9ED5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blipFill>
                <a:blip r:embed="rId6"/>
                <a:stretch>
                  <a:fillRect t="-178571" b="-30357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>
            <a:extLst>
              <a:ext uri="{FF2B5EF4-FFF2-40B4-BE49-F238E27FC236}">
                <a16:creationId xmlns:a16="http://schemas.microsoft.com/office/drawing/2014/main" id="{58100742-F157-8DAF-C84D-46713E68D7DF}"/>
              </a:ext>
            </a:extLst>
          </p:cNvPr>
          <p:cNvSpPr/>
          <p:nvPr/>
        </p:nvSpPr>
        <p:spPr>
          <a:xfrm>
            <a:off x="4600575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75E1230-7A2E-3D40-5471-45A0B2252380}"/>
              </a:ext>
            </a:extLst>
          </p:cNvPr>
          <p:cNvSpPr/>
          <p:nvPr/>
        </p:nvSpPr>
        <p:spPr>
          <a:xfrm>
            <a:off x="4876800" y="3581400"/>
            <a:ext cx="13208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68A188A-705C-DEF1-B2F5-FDA4C7C88369}"/>
              </a:ext>
            </a:extLst>
          </p:cNvPr>
          <p:cNvSpPr/>
          <p:nvPr/>
        </p:nvSpPr>
        <p:spPr>
          <a:xfrm flipV="1">
            <a:off x="62611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0E03A03-0B81-FBC9-45D6-C8E913DC94D7}"/>
              </a:ext>
            </a:extLst>
          </p:cNvPr>
          <p:cNvSpPr/>
          <p:nvPr/>
        </p:nvSpPr>
        <p:spPr>
          <a:xfrm>
            <a:off x="6527800" y="3581400"/>
            <a:ext cx="19050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9BC6461-7DBF-2ADC-57D8-21B19FC11FBD}"/>
              </a:ext>
            </a:extLst>
          </p:cNvPr>
          <p:cNvSpPr txBox="1"/>
          <p:nvPr/>
        </p:nvSpPr>
        <p:spPr>
          <a:xfrm>
            <a:off x="6578600" y="36830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Distancia de traza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126D3D38-E651-20AB-FD6C-2D420E52D99C}"/>
                  </a:ext>
                </a:extLst>
              </p:cNvPr>
              <p:cNvSpPr txBox="1"/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30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300" b="0" i="0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126D3D38-E651-20AB-FD6C-2D420E52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hape 38">
            <a:extLst>
              <a:ext uri="{FF2B5EF4-FFF2-40B4-BE49-F238E27FC236}">
                <a16:creationId xmlns:a16="http://schemas.microsoft.com/office/drawing/2014/main" id="{05FB3FF8-623B-56DD-AE97-18B2861844EA}"/>
              </a:ext>
            </a:extLst>
          </p:cNvPr>
          <p:cNvSpPr/>
          <p:nvPr/>
        </p:nvSpPr>
        <p:spPr>
          <a:xfrm>
            <a:off x="6400800" y="4965700"/>
            <a:ext cx="21590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048D1E9-88ED-FD8A-7556-A73301E6A93D}"/>
              </a:ext>
            </a:extLst>
          </p:cNvPr>
          <p:cNvSpPr txBox="1"/>
          <p:nvPr/>
        </p:nvSpPr>
        <p:spPr>
          <a:xfrm>
            <a:off x="6451600" y="50673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Epsilon Teorico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F0631F61-C081-64DC-E2E5-1B9F8678ABE6}"/>
                  </a:ext>
                </a:extLst>
              </p:cNvPr>
              <p:cNvSpPr txBox="1"/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F0631F61-C081-64DC-E2E5-1B9F8678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>
            <a:extLst>
              <a:ext uri="{FF2B5EF4-FFF2-40B4-BE49-F238E27FC236}">
                <a16:creationId xmlns:a16="http://schemas.microsoft.com/office/drawing/2014/main" id="{71879EAB-C2C8-78DF-B58F-D8D7B5AAA617}"/>
              </a:ext>
            </a:extLst>
          </p:cNvPr>
          <p:cNvSpPr/>
          <p:nvPr/>
        </p:nvSpPr>
        <p:spPr>
          <a:xfrm>
            <a:off x="8801100" y="4965700"/>
            <a:ext cx="23495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6DB7B68-F68D-7A2F-D886-534BB77A2F42}"/>
              </a:ext>
            </a:extLst>
          </p:cNvPr>
          <p:cNvSpPr txBox="1"/>
          <p:nvPr/>
        </p:nvSpPr>
        <p:spPr>
          <a:xfrm>
            <a:off x="8851900" y="5067300"/>
            <a:ext cx="226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E8BD508E-3EDC-B1DE-6EC9-C2E4499CBE94}"/>
                  </a:ext>
                </a:extLst>
              </p:cNvPr>
              <p:cNvSpPr txBox="1"/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E8BD508E-3EDC-B1DE-6EC9-C2E4499C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89700778-7D69-96E2-2CF1-065E3144797F}"/>
                  </a:ext>
                </a:extLst>
              </p:cNvPr>
              <p:cNvSpPr txBox="1"/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89700778-7D69-96E2-2CF1-065E31447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blipFill>
                <a:blip r:embed="rId10"/>
                <a:stretch>
                  <a:fillRect t="-163333" b="-28000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28">
            <a:extLst>
              <a:ext uri="{FF2B5EF4-FFF2-40B4-BE49-F238E27FC236}">
                <a16:creationId xmlns:a16="http://schemas.microsoft.com/office/drawing/2014/main" id="{C000BCD8-C026-3488-61D7-69A84C7256EF}"/>
              </a:ext>
            </a:extLst>
          </p:cNvPr>
          <p:cNvSpPr txBox="1"/>
          <p:nvPr/>
        </p:nvSpPr>
        <p:spPr>
          <a:xfrm>
            <a:off x="4927600" y="36830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8874BEC8-D03A-DF2D-7CBD-D987993A9DE1}"/>
                  </a:ext>
                </a:extLst>
              </p:cNvPr>
              <p:cNvSpPr txBox="1"/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8874BEC8-D03A-DF2D-7CBD-D987993A9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blipFill>
                <a:blip r:embed="rId11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hape 30">
            <a:extLst>
              <a:ext uri="{FF2B5EF4-FFF2-40B4-BE49-F238E27FC236}">
                <a16:creationId xmlns:a16="http://schemas.microsoft.com/office/drawing/2014/main" id="{EA134C21-E6E1-5DF7-4431-0A4B1CA711DA}"/>
              </a:ext>
            </a:extLst>
          </p:cNvPr>
          <p:cNvSpPr/>
          <p:nvPr/>
        </p:nvSpPr>
        <p:spPr>
          <a:xfrm>
            <a:off x="84963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138B7821-85EA-F8D9-F613-2D27B7AEE716}"/>
              </a:ext>
            </a:extLst>
          </p:cNvPr>
          <p:cNvSpPr/>
          <p:nvPr/>
        </p:nvSpPr>
        <p:spPr>
          <a:xfrm>
            <a:off x="8763000" y="3581400"/>
            <a:ext cx="24257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2CDB3221-3C42-3C02-2DC0-4B747DD9CF65}"/>
              </a:ext>
            </a:extLst>
          </p:cNvPr>
          <p:cNvSpPr txBox="1"/>
          <p:nvPr/>
        </p:nvSpPr>
        <p:spPr>
          <a:xfrm>
            <a:off x="8813800" y="36830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C5211E40-B2DB-DF2B-A3FF-342C935D544B}"/>
                  </a:ext>
                </a:extLst>
              </p:cNvPr>
              <p:cNvSpPr txBox="1"/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200" noProof="1"/>
              </a:p>
            </p:txBody>
          </p:sp>
        </mc:Choice>
        <mc:Fallback xmlns="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C5211E40-B2DB-DF2B-A3FF-342C935D5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blipFill>
                <a:blip r:embed="rId12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30">
            <a:extLst>
              <a:ext uri="{FF2B5EF4-FFF2-40B4-BE49-F238E27FC236}">
                <a16:creationId xmlns:a16="http://schemas.microsoft.com/office/drawing/2014/main" id="{C1246EC5-177E-FB99-9F88-A8606E9AEA0D}"/>
              </a:ext>
            </a:extLst>
          </p:cNvPr>
          <p:cNvSpPr/>
          <p:nvPr/>
        </p:nvSpPr>
        <p:spPr>
          <a:xfrm>
            <a:off x="748030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C5AAB37-81F0-ADEE-8274-BD75EB967933}"/>
              </a:ext>
            </a:extLst>
          </p:cNvPr>
          <p:cNvSpPr/>
          <p:nvPr/>
        </p:nvSpPr>
        <p:spPr>
          <a:xfrm>
            <a:off x="997585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AECDED-2E26-18BC-ABD0-6BEFEE49CA32}"/>
                  </a:ext>
                </a:extLst>
              </p14:cNvPr>
              <p14:cNvContentPartPr/>
              <p14:nvPr/>
            </p14:nvContentPartPr>
            <p14:xfrm>
              <a:off x="2294280" y="1412280"/>
              <a:ext cx="5322960" cy="238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AECDED-2E26-18BC-ABD0-6BEFEE49CA3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84920" y="1402920"/>
                <a:ext cx="5341680" cy="240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02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10BF9-83B2-B322-F7C0-43DA7E5F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E1691D-9C21-6CE3-EB72-A8AF1ECE7DEB}"/>
              </a:ext>
            </a:extLst>
          </p:cNvPr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AA3A49-24F5-466C-F124-46F6462FE560}"/>
              </a:ext>
            </a:extLst>
          </p:cNvPr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010F3-2CCD-9883-606C-DEA90911C742}"/>
              </a:ext>
            </a:extLst>
          </p:cNvPr>
          <p:cNvSpPr txBox="1"/>
          <p:nvPr/>
        </p:nvSpPr>
        <p:spPr>
          <a:xfrm>
            <a:off x="731520" y="2603500"/>
            <a:ext cx="5486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3</a:t>
            </a:r>
            <a:endParaRPr lang="es-ES_tradnl" sz="1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6C43DC-F352-EFDE-1675-57918E79D85A}"/>
              </a:ext>
            </a:extLst>
          </p:cNvPr>
          <p:cNvSpPr txBox="1"/>
          <p:nvPr/>
        </p:nvSpPr>
        <p:spPr>
          <a:xfrm>
            <a:off x="731520" y="3022600"/>
            <a:ext cx="74980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 canal depolarizante GAD</a:t>
            </a:r>
            <a:endParaRPr lang="es-ES_tradnl" sz="4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266DA40-D0F3-FF04-35B8-D87497330023}"/>
                  </a:ext>
                </a:extLst>
              </p:cNvPr>
              <p:cNvSpPr txBox="1"/>
              <p:nvPr/>
            </p:nvSpPr>
            <p:spPr>
              <a:xfrm>
                <a:off x="731520" y="442468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s-ES_tradnl" sz="2000" noProof="1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Sobre las matrices de densidad </a:t>
                </a:r>
                <a14:m>
                  <m:oMath xmlns:m="http://schemas.openxmlformats.org/officeDocument/2006/math">
                    <m:r>
                      <a:rPr lang="es-ES_tradnl" sz="2000" noProof="1">
                        <a:solidFill>
                          <a:srgbClr val="CADC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𝜌</m:t>
                    </m:r>
                  </m:oMath>
                </a14:m>
                <a:r>
                  <a:rPr lang="es-ES_tradnl" sz="2000" noProof="1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 lang="es-ES_tradnl" sz="2000" noProof="1">
                        <a:solidFill>
                          <a:srgbClr val="CADC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𝜎</m:t>
                    </m:r>
                  </m:oMath>
                </a14:m>
                <a:r>
                  <a:rPr lang="es-ES_tradnl" sz="2000" noProof="1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266DA40-D0F3-FF04-35B8-D87497330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424680"/>
                <a:ext cx="7315200" cy="457200"/>
              </a:xfrm>
              <a:prstGeom prst="rect">
                <a:avLst/>
              </a:prstGeom>
              <a:blipFill>
                <a:blip r:embed="rId3"/>
                <a:stretch>
                  <a:fillRect l="-2080" t="-1621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601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Generalized Amplitude Damping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685800" y="1371600"/>
                <a:ext cx="30175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150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50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5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1500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1500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1500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ad>
                                  <m:radPr>
                                    <m:ctrlP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ES" sz="1500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500" noProof="1"/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71600"/>
                <a:ext cx="301752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8214362" y="137160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351522" y="1371600"/>
                <a:ext cx="30175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5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5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ad>
                                  <m:radPr>
                                    <m:ctrlP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500" noProof="1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22" y="1371600"/>
                <a:ext cx="3017520" cy="640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548640" y="214884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685800" y="2148840"/>
                <a:ext cx="30175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15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5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ctrlP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500" noProof="1"/>
              </a:p>
            </p:txBody>
          </p:sp>
        </mc:Choice>
        <mc:Fallback xmlns="">
          <p:sp>
            <p:nvSpPr>
              <p:cNvPr id="1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48840"/>
                <a:ext cx="3017520" cy="640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8214362" y="2144268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 txBox="1"/>
              <p:nvPr/>
            </p:nvSpPr>
            <p:spPr>
              <a:xfrm>
                <a:off x="8351522" y="2144268"/>
                <a:ext cx="30175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sz="15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s-ES" sz="15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5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ad>
                                  <m:radPr>
                                    <m:ctrlP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ES" sz="15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500" noProof="1"/>
              </a:p>
            </p:txBody>
          </p:sp>
        </mc:Choice>
        <mc:Fallback xmlns="">
          <p:sp>
            <p:nvSpPr>
              <p:cNvPr id="13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22" y="2144268"/>
                <a:ext cx="3017520" cy="640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 txBox="1"/>
              <p:nvPr/>
            </p:nvSpPr>
            <p:spPr>
              <a:xfrm>
                <a:off x="4096897" y="1801368"/>
                <a:ext cx="3835791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sSubSup>
                            <m:sSubSup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  <m:r>
                        <a:rPr lang="es-ES" sz="180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s-ES" sz="180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con</m:t>
                      </m:r>
                      <m:r>
                        <a:rPr lang="es-ES" sz="180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14" name="Tex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897" y="1801368"/>
                <a:ext cx="3835791" cy="457200"/>
              </a:xfrm>
              <a:prstGeom prst="rect">
                <a:avLst/>
              </a:prstGeom>
              <a:blipFill>
                <a:blip r:embed="rId7"/>
                <a:stretch>
                  <a:fillRect l="-660" t="-218919" r="-330" b="-32702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 txBox="1"/>
              <p:nvPr/>
            </p:nvSpPr>
            <p:spPr>
              <a:xfrm>
                <a:off x="4150362" y="5943917"/>
                <a:ext cx="4064000" cy="711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419" sz="1800" b="0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sz="18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18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8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18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sz="18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8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sz="18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18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sz="18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ES" sz="18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8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sz="18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18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s-ES" sz="18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800" noProof="1"/>
              </a:p>
            </p:txBody>
          </p:sp>
        </mc:Choice>
        <mc:Fallback xmlns="">
          <p:sp>
            <p:nvSpPr>
              <p:cNvPr id="20" name="Tex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62" y="5943917"/>
                <a:ext cx="4064000" cy="711200"/>
              </a:xfrm>
              <a:prstGeom prst="rect">
                <a:avLst/>
              </a:prstGeom>
              <a:blipFill>
                <a:blip r:embed="rId8"/>
                <a:stretch>
                  <a:fillRect l="-1242" t="-54386" b="-91228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Kraus numéricos"/>
              <p:cNvSpPr txBox="1"/>
              <p:nvPr/>
            </p:nvSpPr>
            <p:spPr>
              <a:xfrm>
                <a:off x="370986" y="2921000"/>
                <a:ext cx="11287614" cy="2603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0" indent="0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419" b="1" i="0" smtClean="0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dirty="0">
                  <a:solidFill>
                    <a:srgbClr val="16193B"/>
                  </a:solidFill>
                </a:endParaRPr>
              </a:p>
              <a:p>
                <a:pPr marL="0" indent="0">
                  <a:spcBef>
                    <a:spcPts val="800"/>
                  </a:spcBef>
                  <a:buNone/>
                </a:pPr>
                <a:endParaRPr lang="es-ES" i="1" dirty="0">
                  <a:solidFill>
                    <a:srgbClr val="16193B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dirty="0">
                  <a:solidFill>
                    <a:srgbClr val="16193B"/>
                  </a:solidFill>
                </a:endParaRPr>
              </a:p>
              <a:p>
                <a:pPr marL="0" indent="0">
                  <a:spcBef>
                    <a:spcPts val="800"/>
                  </a:spcBef>
                  <a:buNone/>
                </a:pPr>
                <a:endParaRPr lang="es-ES" i="1" dirty="0">
                  <a:solidFill>
                    <a:srgbClr val="16193B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sup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dirty="0">
                  <a:solidFill>
                    <a:srgbClr val="16193B"/>
                  </a:solidFill>
                </a:endParaRPr>
              </a:p>
            </p:txBody>
          </p:sp>
        </mc:Choice>
        <mc:Fallback xmlns="">
          <p:sp>
            <p:nvSpPr>
              <p:cNvPr id="40" name="Kraus numérico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6" y="2921000"/>
                <a:ext cx="11287614" cy="2603500"/>
              </a:xfrm>
              <a:prstGeom prst="rect">
                <a:avLst/>
              </a:prstGeom>
              <a:blipFill>
                <a:blip r:embed="rId9"/>
                <a:stretch>
                  <a:fillRect t="-15534" b="-28641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A0FC860-01BC-5175-0D30-613FDCF93FC2}"/>
                  </a:ext>
                </a:extLst>
              </p14:cNvPr>
              <p14:cNvContentPartPr/>
              <p14:nvPr/>
            </p14:nvContentPartPr>
            <p14:xfrm>
              <a:off x="985320" y="1602360"/>
              <a:ext cx="8326440" cy="519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A0FC860-01BC-5175-0D30-613FDCF93F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5960" y="1593000"/>
                <a:ext cx="8345160" cy="52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883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cálculo a mano vs código</a:t>
            </a:r>
            <a:endParaRPr lang="es-ES_tradnl" sz="32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 (collateral = 3)</a:t>
            </a:r>
            <a:endParaRPr lang="es-ES_tradnl" sz="2000" noProof="1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codificado</a:t>
            </a:r>
            <a:endParaRPr lang="es-ES_tradnl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68680" y="2651760"/>
                <a:ext cx="475488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0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2000" noProof="1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651760"/>
                <a:ext cx="4754880" cy="502920"/>
              </a:xfrm>
              <a:prstGeom prst="rect">
                <a:avLst/>
              </a:prstGeom>
              <a:blipFill>
                <a:blip r:embed="rId3"/>
                <a:stretch>
                  <a:fillRect l="-1862" t="-4878" b="-2439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 txBox="1"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GAD (p = γ = 0.5)</a:t>
            </a:r>
            <a:endParaRPr lang="es-ES_tradnl" sz="15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868680" y="3840480"/>
                <a:ext cx="475488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0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sz="20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sz="20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20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ES" sz="20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i="1">
                                        <a:solidFill>
                                          <a:srgbClr val="161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ctrlPr>
                                          <a:rPr lang="es-ES" sz="20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2000" i="1">
                                            <a:solidFill>
                                              <a:srgbClr val="16193B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s-ES" sz="2000" i="1">
                                    <a:solidFill>
                                      <a:srgbClr val="161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2000" noProof="1"/>
              </a:p>
            </p:txBody>
          </p:sp>
        </mc:Choice>
        <mc:Fallback xmlns="">
          <p:sp>
            <p:nvSpPr>
              <p:cNvPr id="1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840480"/>
                <a:ext cx="4754880" cy="502920"/>
              </a:xfrm>
              <a:prstGeom prst="rect">
                <a:avLst/>
              </a:prstGeom>
              <a:blipFill>
                <a:blip r:embed="rId4"/>
                <a:stretch>
                  <a:fillRect l="-1862" t="-109756" b="-17561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 txBox="1"/>
              <p:nvPr/>
            </p:nvSpPr>
            <p:spPr>
              <a:xfrm>
                <a:off x="868680" y="4480560"/>
                <a:ext cx="47548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500" i="1">
                          <a:solidFill>
                            <a:srgbClr val="5F6B7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s-ES" sz="1500" i="1">
                              <a:solidFill>
                                <a:srgbClr val="5F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500" i="1">
                              <a:solidFill>
                                <a:srgbClr val="5F6B7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500" i="1">
                              <a:solidFill>
                                <a:srgbClr val="5F6B7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1500" i="1">
                              <a:solidFill>
                                <a:srgbClr val="5F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500" i="1">
                                  <a:solidFill>
                                    <a:srgbClr val="5F6B7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0.707</m:t>
                                </m:r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−0.707</m:t>
                                </m:r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s-ES" sz="1500" i="1">
                                    <a:solidFill>
                                      <a:srgbClr val="5F6B7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_tradnl" sz="1500" noProof="1"/>
              </a:p>
            </p:txBody>
          </p:sp>
        </mc:Choice>
        <mc:Fallback xmlns="">
          <p:sp>
            <p:nvSpPr>
              <p:cNvPr id="12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480560"/>
                <a:ext cx="4754880" cy="411480"/>
              </a:xfrm>
              <a:prstGeom prst="rect">
                <a:avLst/>
              </a:prstGeom>
              <a:blipFill>
                <a:blip r:embed="rId5"/>
                <a:stretch>
                  <a:fillRect l="-1064" b="-2352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6263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08A2E"/>
            </a:solidFill>
            <a:prstDash val="dash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50B710-F3D9-9150-10D7-2F46BEC6A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1747520"/>
            <a:ext cx="4914900" cy="345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A3E52-F242-C436-4893-897C5071FF16}"/>
                  </a:ext>
                </a:extLst>
              </p14:cNvPr>
              <p14:cNvContentPartPr/>
              <p14:nvPr/>
            </p14:nvContentPartPr>
            <p14:xfrm>
              <a:off x="2481480" y="2402280"/>
              <a:ext cx="4161240" cy="227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A3E52-F242-C436-4893-897C5071FF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2120" y="2392920"/>
                <a:ext cx="4179960" cy="22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974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0EF6-0B6A-6E17-29C6-560DF97A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4F42B06-4F9C-4434-2D38-A2FF91E0ACAB}"/>
              </a:ext>
            </a:extLst>
          </p:cNvPr>
          <p:cNvSpPr txBox="1"/>
          <p:nvPr/>
        </p:nvSpPr>
        <p:spPr>
          <a:xfrm>
            <a:off x="548640" y="356616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65D9009-3C2C-CB59-8740-0418797A8229}"/>
              </a:ext>
            </a:extLst>
          </p:cNvPr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522243-5B12-5338-6027-8559F60A1541}"/>
              </a:ext>
            </a:extLst>
          </p:cNvPr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FF14AFD-71A5-F492-D708-71D107AD6D26}"/>
              </a:ext>
            </a:extLst>
          </p:cNvPr>
          <p:cNvSpPr/>
          <p:nvPr/>
        </p:nvSpPr>
        <p:spPr>
          <a:xfrm>
            <a:off x="965200" y="1891144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4DEB13-B99D-38F6-7490-389AA93BE0C9}"/>
              </a:ext>
            </a:extLst>
          </p:cNvPr>
          <p:cNvSpPr txBox="1"/>
          <p:nvPr/>
        </p:nvSpPr>
        <p:spPr>
          <a:xfrm>
            <a:off x="1016000" y="1992744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DAA8AC40-8942-2062-E118-CF83BD8E9208}"/>
                  </a:ext>
                </a:extLst>
              </p:cNvPr>
              <p:cNvSpPr txBox="1"/>
              <p:nvPr/>
            </p:nvSpPr>
            <p:spPr>
              <a:xfrm>
                <a:off x="1016000" y="2262645"/>
                <a:ext cx="1422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s-ES_tradnl" sz="1300" noProof="1">
                    <a:solidFill>
                      <a:srgbClr val="1F2433"/>
                    </a:solidFill>
                    <a:ea typeface="Cambria Math" panose="02040503050406030204" pitchFamily="18" charset="0"/>
                    <a:cs typeface="Calibri" pitchFamily="34" charset="-120"/>
                  </a:rPr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  <m:sup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𝑘</m:t>
                        </m:r>
                      </m:sup>
                    </m:sSubSup>
                    <m:r>
                      <a:rPr lang="es-419" sz="1300" b="0" i="1" noProof="1" smtClean="0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}</m:t>
                    </m:r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 </a:t>
                </a:r>
                <a14:m>
                  <m:oMath xmlns:m="http://schemas.openxmlformats.org/officeDocument/2006/math">
                    <m:r>
                      <a:rPr lang="es-419" sz="1300" b="0" i="1" noProof="1" smtClean="0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∀</m:t>
                    </m:r>
                    <m:r>
                      <a:rPr lang="es-419" sz="1300" b="0" i="1" noProof="1" smtClean="0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es-419" sz="1300" b="0" i="1" noProof="1" smtClean="0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∈[0, 1000)</m:t>
                    </m:r>
                  </m:oMath>
                </a14:m>
                <a:endParaRPr lang="es-ES_tradnl" sz="1300" noProof="1"/>
              </a:p>
            </p:txBody>
          </p:sp>
        </mc:Choice>
        <mc:Fallback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DAA8AC40-8942-2062-E118-CF83BD8E9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262645"/>
                <a:ext cx="1422400" cy="355600"/>
              </a:xfrm>
              <a:prstGeom prst="rect">
                <a:avLst/>
              </a:prstGeom>
              <a:blipFill>
                <a:blip r:embed="rId3"/>
                <a:stretch>
                  <a:fillRect l="-2679" t="-13793" r="-5357" b="-3448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>
            <a:extLst>
              <a:ext uri="{FF2B5EF4-FFF2-40B4-BE49-F238E27FC236}">
                <a16:creationId xmlns:a16="http://schemas.microsoft.com/office/drawing/2014/main" id="{CAAF050D-6E4C-5262-E138-F35DB73347D1}"/>
              </a:ext>
            </a:extLst>
          </p:cNvPr>
          <p:cNvSpPr/>
          <p:nvPr/>
        </p:nvSpPr>
        <p:spPr>
          <a:xfrm>
            <a:off x="3193962" y="1893916"/>
            <a:ext cx="2225756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EFA8D5-02B9-600A-6F98-12E7CD5E0390}"/>
              </a:ext>
            </a:extLst>
          </p:cNvPr>
          <p:cNvSpPr txBox="1"/>
          <p:nvPr/>
        </p:nvSpPr>
        <p:spPr>
          <a:xfrm>
            <a:off x="3244762" y="1995516"/>
            <a:ext cx="2124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31B02A7-EDA4-20B3-2CDA-E43E26450BEC}"/>
              </a:ext>
            </a:extLst>
          </p:cNvPr>
          <p:cNvSpPr/>
          <p:nvPr/>
        </p:nvSpPr>
        <p:spPr>
          <a:xfrm>
            <a:off x="7045635" y="1881339"/>
            <a:ext cx="1717365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07E9A1E-3628-9A9C-ED86-E09DCC726AA4}"/>
              </a:ext>
            </a:extLst>
          </p:cNvPr>
          <p:cNvSpPr txBox="1"/>
          <p:nvPr/>
        </p:nvSpPr>
        <p:spPr>
          <a:xfrm>
            <a:off x="7096435" y="1974273"/>
            <a:ext cx="16563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5BD300C5-DA0A-D1C0-9FEB-C5B6DA6D9B92}"/>
                  </a:ext>
                </a:extLst>
              </p:cNvPr>
              <p:cNvSpPr txBox="1"/>
              <p:nvPr/>
            </p:nvSpPr>
            <p:spPr>
              <a:xfrm>
                <a:off x="7096435" y="2331258"/>
                <a:ext cx="1656303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/>
                        <m:sup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/>
                            <m:sup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5BD300C5-DA0A-D1C0-9FEB-C5B6DA6D9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435" y="2331258"/>
                <a:ext cx="1656303" cy="355600"/>
              </a:xfrm>
              <a:prstGeom prst="rect">
                <a:avLst/>
              </a:prstGeom>
              <a:blipFill>
                <a:blip r:embed="rId4"/>
                <a:stretch>
                  <a:fillRect t="-3448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>
            <a:extLst>
              <a:ext uri="{FF2B5EF4-FFF2-40B4-BE49-F238E27FC236}">
                <a16:creationId xmlns:a16="http://schemas.microsoft.com/office/drawing/2014/main" id="{593D481B-BF26-6C5F-B130-79A529448879}"/>
              </a:ext>
            </a:extLst>
          </p:cNvPr>
          <p:cNvSpPr/>
          <p:nvPr/>
        </p:nvSpPr>
        <p:spPr>
          <a:xfrm>
            <a:off x="548640" y="3065640"/>
            <a:ext cx="11064240" cy="2248264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9707686-B1E8-A49A-9BCF-8AA3910EB12A}"/>
              </a:ext>
            </a:extLst>
          </p:cNvPr>
          <p:cNvSpPr txBox="1"/>
          <p:nvPr/>
        </p:nvSpPr>
        <p:spPr>
          <a:xfrm>
            <a:off x="965200" y="309880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j = 0, …, 999</a:t>
            </a:r>
            <a:endParaRPr lang="es-ES_tradnl" sz="1400" noProof="1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F44765B-8767-30BD-375B-502104F27F1C}"/>
              </a:ext>
            </a:extLst>
          </p:cNvPr>
          <p:cNvSpPr/>
          <p:nvPr/>
        </p:nvSpPr>
        <p:spPr>
          <a:xfrm>
            <a:off x="1075444" y="3556000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5FA9E42-60BF-BECC-128A-259206A3A342}"/>
              </a:ext>
            </a:extLst>
          </p:cNvPr>
          <p:cNvSpPr txBox="1"/>
          <p:nvPr/>
        </p:nvSpPr>
        <p:spPr>
          <a:xfrm>
            <a:off x="1137182" y="3632429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C42F3C87-0A06-6737-D241-1EDA00B41CBF}"/>
                  </a:ext>
                </a:extLst>
              </p:cNvPr>
              <p:cNvSpPr txBox="1"/>
              <p:nvPr/>
            </p:nvSpPr>
            <p:spPr>
              <a:xfrm>
                <a:off x="1177044" y="3914832"/>
                <a:ext cx="13208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_tradnl" sz="11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1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s-419" sz="11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sz="11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s-ES_tradnl" sz="1100" noProof="1">
                    <a:solidFill>
                      <a:srgbClr val="1F2433"/>
                    </a:solidFill>
                    <a:ea typeface="Cambria Math" panose="02040503050406030204" pitchFamily="18" charset="0"/>
                    <a:cs typeface="Calibri" pitchFamily="34" charset="-120"/>
                  </a:rPr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sz="11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s-ES_tradnl" sz="11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1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  <m:sup>
                        <m:r>
                          <a:rPr lang="es-419" sz="11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𝑘</m:t>
                        </m:r>
                      </m:sup>
                    </m:sSubSup>
                    <m:r>
                      <a:rPr lang="es-419" sz="1100" i="1" noProof="1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}</m:t>
                    </m:r>
                    <m:r>
                      <a:rPr lang="es-419" sz="1100" b="0" i="1" noProof="1" smtClean="0">
                        <a:solidFill>
                          <a:srgbClr val="1F24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\</m:t>
                    </m:r>
                    <m:sSubSup>
                      <m:sSubSupPr>
                        <m:ctrlPr>
                          <a:rPr lang="es-419" sz="11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s-419" sz="11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1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𝑗</m:t>
                        </m:r>
                      </m:sub>
                      <m:sup>
                        <m:r>
                          <a:rPr lang="es-419" sz="11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𝑘</m:t>
                        </m:r>
                      </m:sup>
                    </m:sSubSup>
                  </m:oMath>
                </a14:m>
                <a:endParaRPr lang="es-ES_tradnl" sz="1100" noProof="1"/>
              </a:p>
            </p:txBody>
          </p:sp>
        </mc:Choice>
        <mc:Fallback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C42F3C87-0A06-6737-D241-1EDA00B41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044" y="3914832"/>
                <a:ext cx="1320800" cy="355600"/>
              </a:xfrm>
              <a:prstGeom prst="rect">
                <a:avLst/>
              </a:prstGeom>
              <a:blipFill>
                <a:blip r:embed="rId5"/>
                <a:stretch>
                  <a:fillRect t="-10345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775D8C2C-37BA-3DB9-7B6B-07DEAF2C8ED4}"/>
              </a:ext>
            </a:extLst>
          </p:cNvPr>
          <p:cNvSpPr/>
          <p:nvPr/>
        </p:nvSpPr>
        <p:spPr>
          <a:xfrm>
            <a:off x="3193479" y="3556000"/>
            <a:ext cx="1714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0D6BAE6-8639-AA73-F437-369A6F8C6F5B}"/>
              </a:ext>
            </a:extLst>
          </p:cNvPr>
          <p:cNvSpPr txBox="1"/>
          <p:nvPr/>
        </p:nvSpPr>
        <p:spPr>
          <a:xfrm>
            <a:off x="3244107" y="361837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21CB5AC3-C685-2689-4BF7-29A0D8D24DD4}"/>
                  </a:ext>
                </a:extLst>
              </p:cNvPr>
              <p:cNvSpPr txBox="1"/>
              <p:nvPr/>
            </p:nvSpPr>
            <p:spPr>
              <a:xfrm>
                <a:off x="3212357" y="3870523"/>
                <a:ext cx="1612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419" sz="1200" b="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21CB5AC3-C685-2689-4BF7-29A0D8D24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357" y="3870523"/>
                <a:ext cx="1612900" cy="355600"/>
              </a:xfrm>
              <a:prstGeom prst="rect">
                <a:avLst/>
              </a:prstGeom>
              <a:blipFill>
                <a:blip r:embed="rId6"/>
                <a:stretch>
                  <a:fillRect t="-168966" b="-29310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>
            <a:extLst>
              <a:ext uri="{FF2B5EF4-FFF2-40B4-BE49-F238E27FC236}">
                <a16:creationId xmlns:a16="http://schemas.microsoft.com/office/drawing/2014/main" id="{914E50F3-D612-0426-DCEA-18CADCA351B8}"/>
              </a:ext>
            </a:extLst>
          </p:cNvPr>
          <p:cNvSpPr/>
          <p:nvPr/>
        </p:nvSpPr>
        <p:spPr>
          <a:xfrm>
            <a:off x="7045635" y="3274998"/>
            <a:ext cx="1707103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5A53A87-C929-2459-42F3-BCE3E2D393DB}"/>
              </a:ext>
            </a:extLst>
          </p:cNvPr>
          <p:cNvSpPr/>
          <p:nvPr/>
        </p:nvSpPr>
        <p:spPr>
          <a:xfrm>
            <a:off x="7045635" y="4308501"/>
            <a:ext cx="1717365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23E8BB4-2B83-C2F7-C31A-0497ABCE8A1B}"/>
              </a:ext>
            </a:extLst>
          </p:cNvPr>
          <p:cNvSpPr txBox="1"/>
          <p:nvPr/>
        </p:nvSpPr>
        <p:spPr>
          <a:xfrm>
            <a:off x="7089878" y="4396738"/>
            <a:ext cx="1625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Distancia de traza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3040A401-0EF4-5E41-287A-363390724A19}"/>
                  </a:ext>
                </a:extLst>
              </p:cNvPr>
              <p:cNvSpPr txBox="1"/>
              <p:nvPr/>
            </p:nvSpPr>
            <p:spPr>
              <a:xfrm>
                <a:off x="7096435" y="4808631"/>
                <a:ext cx="1625772" cy="2872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30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300" b="0" i="0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/>
                        <m:sup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3040A401-0EF4-5E41-287A-36339072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435" y="4808631"/>
                <a:ext cx="1625772" cy="287270"/>
              </a:xfrm>
              <a:prstGeom prst="rect">
                <a:avLst/>
              </a:prstGeom>
              <a:blipFill>
                <a:blip r:embed="rId7"/>
                <a:stretch>
                  <a:fillRect t="-4167" b="-41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Shape 38">
            <a:extLst>
              <a:ext uri="{FF2B5EF4-FFF2-40B4-BE49-F238E27FC236}">
                <a16:creationId xmlns:a16="http://schemas.microsoft.com/office/drawing/2014/main" id="{97D17B97-7B51-A9B6-BE71-874F0069EFDB}"/>
              </a:ext>
            </a:extLst>
          </p:cNvPr>
          <p:cNvSpPr/>
          <p:nvPr/>
        </p:nvSpPr>
        <p:spPr>
          <a:xfrm>
            <a:off x="3794202" y="5432571"/>
            <a:ext cx="2312974" cy="649029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E367B9F-9CC0-49CC-A279-B2F3E0570D1A}"/>
              </a:ext>
            </a:extLst>
          </p:cNvPr>
          <p:cNvSpPr txBox="1"/>
          <p:nvPr/>
        </p:nvSpPr>
        <p:spPr>
          <a:xfrm>
            <a:off x="3870036" y="5494232"/>
            <a:ext cx="2161309" cy="22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Epsilon Teorico k</a:t>
            </a:r>
            <a:endParaRPr lang="es-ES_tradnl" sz="1200" noProof="1"/>
          </a:p>
        </p:txBody>
      </p:sp>
      <p:sp>
        <p:nvSpPr>
          <p:cNvPr id="114" name="Shape 38">
            <a:extLst>
              <a:ext uri="{FF2B5EF4-FFF2-40B4-BE49-F238E27FC236}">
                <a16:creationId xmlns:a16="http://schemas.microsoft.com/office/drawing/2014/main" id="{4FC4B87D-B1C7-0FE6-B8E3-80953D6DCB9B}"/>
              </a:ext>
            </a:extLst>
          </p:cNvPr>
          <p:cNvSpPr/>
          <p:nvPr/>
        </p:nvSpPr>
        <p:spPr>
          <a:xfrm>
            <a:off x="6263640" y="5440511"/>
            <a:ext cx="2312974" cy="64109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4301E6B8-BCA4-4C64-0EA6-22AA63D1678D}"/>
                  </a:ext>
                </a:extLst>
              </p:cNvPr>
              <p:cNvSpPr txBox="1"/>
              <p:nvPr/>
            </p:nvSpPr>
            <p:spPr>
              <a:xfrm>
                <a:off x="3870035" y="5757632"/>
                <a:ext cx="2161309" cy="2614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teo</m:t>
                          </m:r>
                        </m:sub>
                        <m:sup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4301E6B8-BCA4-4C64-0EA6-22AA63D1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035" y="5757632"/>
                <a:ext cx="2161309" cy="261497"/>
              </a:xfrm>
              <a:prstGeom prst="rect">
                <a:avLst/>
              </a:prstGeom>
              <a:blipFill>
                <a:blip r:embed="rId8"/>
                <a:stretch>
                  <a:fillRect b="-9524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42">
            <a:extLst>
              <a:ext uri="{FF2B5EF4-FFF2-40B4-BE49-F238E27FC236}">
                <a16:creationId xmlns:a16="http://schemas.microsoft.com/office/drawing/2014/main" id="{32C6B6EF-5B5A-3DB1-FBA9-B958D1B4AEFF}"/>
              </a:ext>
            </a:extLst>
          </p:cNvPr>
          <p:cNvSpPr txBox="1"/>
          <p:nvPr/>
        </p:nvSpPr>
        <p:spPr>
          <a:xfrm>
            <a:off x="6348071" y="5517724"/>
            <a:ext cx="2158620" cy="20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 k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9BF55D54-4759-869B-39AC-4113627E74CC}"/>
                  </a:ext>
                </a:extLst>
              </p:cNvPr>
              <p:cNvSpPr txBox="1"/>
              <p:nvPr/>
            </p:nvSpPr>
            <p:spPr>
              <a:xfrm>
                <a:off x="6387644" y="5743538"/>
                <a:ext cx="1990920" cy="259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  <m:sup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419" sz="12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12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s-419" sz="12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sub>
                            <m:sup>
                              <m:r>
                                <a:rPr lang="es-419" sz="12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9BF55D54-4759-869B-39AC-4113627E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44" y="5743538"/>
                <a:ext cx="1990920" cy="259174"/>
              </a:xfrm>
              <a:prstGeom prst="rect">
                <a:avLst/>
              </a:prstGeom>
              <a:blipFill>
                <a:blip r:embed="rId9"/>
                <a:stretch>
                  <a:fillRect b="-19048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7034DA3B-1CE8-205E-7D76-D32C87E22430}"/>
                  </a:ext>
                </a:extLst>
              </p:cNvPr>
              <p:cNvSpPr txBox="1"/>
              <p:nvPr/>
            </p:nvSpPr>
            <p:spPr>
              <a:xfrm>
                <a:off x="3244762" y="2211416"/>
                <a:ext cx="2124156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/>
                        <m:sup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419" sz="1200" b="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7034DA3B-1CE8-205E-7D76-D32C87E2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762" y="2211416"/>
                <a:ext cx="2124156" cy="355600"/>
              </a:xfrm>
              <a:prstGeom prst="rect">
                <a:avLst/>
              </a:prstGeom>
              <a:blipFill>
                <a:blip r:embed="rId10"/>
                <a:stretch>
                  <a:fillRect t="-172414" b="-289655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28">
            <a:extLst>
              <a:ext uri="{FF2B5EF4-FFF2-40B4-BE49-F238E27FC236}">
                <a16:creationId xmlns:a16="http://schemas.microsoft.com/office/drawing/2014/main" id="{52EAE6FB-BA4B-262B-9AAD-41CA0518FEB4}"/>
              </a:ext>
            </a:extLst>
          </p:cNvPr>
          <p:cNvSpPr txBox="1"/>
          <p:nvPr/>
        </p:nvSpPr>
        <p:spPr>
          <a:xfrm>
            <a:off x="7170880" y="3383403"/>
            <a:ext cx="1482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908668A1-37A4-CA58-231C-A39C5827DC03}"/>
                  </a:ext>
                </a:extLst>
              </p:cNvPr>
              <p:cNvSpPr txBox="1"/>
              <p:nvPr/>
            </p:nvSpPr>
            <p:spPr>
              <a:xfrm>
                <a:off x="7133792" y="3685538"/>
                <a:ext cx="1581858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14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´</m:t>
                          </m:r>
                        </m:e>
                        <m:sub>
                          <m:r>
                            <a:rPr lang="es-419" sz="14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s-419" sz="14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sz="14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4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419" sz="14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419" sz="14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908668A1-37A4-CA58-231C-A39C5827D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792" y="3685538"/>
                <a:ext cx="1581858" cy="355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31">
            <a:extLst>
              <a:ext uri="{FF2B5EF4-FFF2-40B4-BE49-F238E27FC236}">
                <a16:creationId xmlns:a16="http://schemas.microsoft.com/office/drawing/2014/main" id="{E06C1FB9-3927-7907-3AE2-E7871D5CAA85}"/>
              </a:ext>
            </a:extLst>
          </p:cNvPr>
          <p:cNvSpPr/>
          <p:nvPr/>
        </p:nvSpPr>
        <p:spPr>
          <a:xfrm>
            <a:off x="9052881" y="3291186"/>
            <a:ext cx="24257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1EECC25C-AC94-1842-0D7A-66C7CABC066D}"/>
              </a:ext>
            </a:extLst>
          </p:cNvPr>
          <p:cNvSpPr txBox="1"/>
          <p:nvPr/>
        </p:nvSpPr>
        <p:spPr>
          <a:xfrm>
            <a:off x="9103681" y="3392786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 j</a:t>
            </a:r>
            <a:endParaRPr lang="es-ES_tradnl" sz="12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B8BEFABB-276A-CD3D-7B0E-E62AC2372B25}"/>
                  </a:ext>
                </a:extLst>
              </p:cNvPr>
              <p:cNvSpPr txBox="1"/>
              <p:nvPr/>
            </p:nvSpPr>
            <p:spPr>
              <a:xfrm>
                <a:off x="9103681" y="3632429"/>
                <a:ext cx="23241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10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0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𝑒𝑥𝑝</m:t>
                          </m:r>
                        </m:sub>
                        <m:sup>
                          <m:r>
                            <a:rPr lang="es-419" sz="10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s-ES" sz="10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419" sz="10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419" sz="10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fName>
                        <m:e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𝑑𝑃𝐷</m:t>
                          </m:r>
                          <m:d>
                            <m:dPr>
                              <m:ctrlPr>
                                <a:rPr lang="es-419" sz="10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s-ES" sz="100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e>
                                <m:sub/>
                                <m:sup>
                                  <m:r>
                                    <a:rPr lang="es-419" sz="1000" b="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s-419" sz="10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s-ES" sz="100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e>
                                <m:sub>
                                  <m: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s-419" sz="1000" b="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𝑑𝑃𝐷</m:t>
                          </m:r>
                          <m:d>
                            <m:dPr>
                              <m:ctrlPr>
                                <a:rPr lang="es-419" sz="10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s-ES" sz="100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e>
                                <m:sub>
                                  <m: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s-419" sz="1000" b="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s-419" sz="10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s-419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s-ES" sz="1000" i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e>
                                <m:sub/>
                                <m:sup>
                                  <m:r>
                                    <a:rPr lang="es-419" sz="1000" b="0" i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s-419" sz="10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s-419" sz="10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s-ES_tradnl" sz="1000" noProof="1"/>
              </a:p>
            </p:txBody>
          </p:sp>
        </mc:Choice>
        <mc:Fallback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B8BEFABB-276A-CD3D-7B0E-E62AC237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81" y="3632429"/>
                <a:ext cx="2324100" cy="355600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474E74B4-3041-7A07-A53C-9952525CCDFA}"/>
              </a:ext>
            </a:extLst>
          </p:cNvPr>
          <p:cNvCxnSpPr>
            <a:cxnSpLocks/>
            <a:stCxn id="25" idx="3"/>
            <a:endCxn id="33" idx="1"/>
          </p:cNvCxnSpPr>
          <p:nvPr/>
        </p:nvCxnSpPr>
        <p:spPr>
          <a:xfrm>
            <a:off x="4907979" y="3987800"/>
            <a:ext cx="2137656" cy="7525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9AE54953-2FC2-F004-C5E0-62472412120E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 flipV="1">
            <a:off x="4907979" y="3706798"/>
            <a:ext cx="2137656" cy="2810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A156F8D-D86A-E9E3-F038-18C5B42FE948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489200" y="2322944"/>
            <a:ext cx="704762" cy="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C38D82-A734-F99E-32EE-47D3B56DF309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5419718" y="2313139"/>
            <a:ext cx="1625917" cy="12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52A5C882-85E9-BE23-A192-25C9ED05CA55}"/>
              </a:ext>
            </a:extLst>
          </p:cNvPr>
          <p:cNvCxnSpPr>
            <a:stCxn id="16" idx="3"/>
            <a:endCxn id="53" idx="0"/>
          </p:cNvCxnSpPr>
          <p:nvPr/>
        </p:nvCxnSpPr>
        <p:spPr>
          <a:xfrm>
            <a:off x="8763000" y="2313139"/>
            <a:ext cx="1502731" cy="9780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12AF634-5DC7-1306-3538-8DA949C065EE}"/>
              </a:ext>
            </a:extLst>
          </p:cNvPr>
          <p:cNvCxnSpPr>
            <a:stCxn id="29" idx="3"/>
            <a:endCxn id="53" idx="1"/>
          </p:cNvCxnSpPr>
          <p:nvPr/>
        </p:nvCxnSpPr>
        <p:spPr>
          <a:xfrm>
            <a:off x="8752738" y="3706798"/>
            <a:ext cx="300143" cy="16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E9E12AC-E167-0031-53FE-65ED4EA0DD83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2599444" y="3987800"/>
            <a:ext cx="612913" cy="6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689E9EF5-F101-E9BA-C866-E6722EB9EC7E}"/>
              </a:ext>
            </a:extLst>
          </p:cNvPr>
          <p:cNvCxnSpPr>
            <a:cxnSpLocks/>
            <a:endCxn id="33" idx="1"/>
          </p:cNvCxnSpPr>
          <p:nvPr/>
        </p:nvCxnSpPr>
        <p:spPr>
          <a:xfrm rot="16200000" flipH="1">
            <a:off x="5153264" y="2847930"/>
            <a:ext cx="2427162" cy="13575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55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0737-74BE-6305-1DFE-F17E84718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8E6B825-DA36-CD0C-D13B-08EDA8DA5A3A}"/>
              </a:ext>
            </a:extLst>
          </p:cNvPr>
          <p:cNvSpPr txBox="1"/>
          <p:nvPr/>
        </p:nvSpPr>
        <p:spPr>
          <a:xfrm>
            <a:off x="548640" y="356616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0E7E967-A182-8F86-413A-A694F07E668F}"/>
              </a:ext>
            </a:extLst>
          </p:cNvPr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6B7A0F-1E7A-23AA-9B13-F37556E191F7}"/>
              </a:ext>
            </a:extLst>
          </p:cNvPr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4EF30DE-0A8D-48FA-7FB3-32CFDBE898AC}"/>
              </a:ext>
            </a:extLst>
          </p:cNvPr>
          <p:cNvSpPr/>
          <p:nvPr/>
        </p:nvSpPr>
        <p:spPr>
          <a:xfrm>
            <a:off x="965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A891D8-CBB0-359B-32DD-3A55BEBB911C}"/>
              </a:ext>
            </a:extLst>
          </p:cNvPr>
          <p:cNvSpPr txBox="1"/>
          <p:nvPr/>
        </p:nvSpPr>
        <p:spPr>
          <a:xfrm>
            <a:off x="1016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466A331B-7530-8ACE-7B9E-4E285AA5780C}"/>
                  </a:ext>
                </a:extLst>
              </p:cNvPr>
              <p:cNvSpPr txBox="1"/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𝜌</m:t>
                        </m:r>
                      </m:e>
                      <m:sub>
                        <m:r>
                          <a:rPr lang="es-419" sz="1300" b="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DAA8AC40-8942-2062-E118-CF83BD8E9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286000"/>
                <a:ext cx="2755900" cy="355600"/>
              </a:xfrm>
              <a:prstGeom prst="rect">
                <a:avLst/>
              </a:prstGeom>
              <a:blipFill>
                <a:blip r:embed="rId3"/>
                <a:stretch>
                  <a:fillRect t="-1785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72A763F4-2894-1762-24EF-C6DD8F0AC595}"/>
              </a:ext>
            </a:extLst>
          </p:cNvPr>
          <p:cNvSpPr/>
          <p:nvPr/>
        </p:nvSpPr>
        <p:spPr>
          <a:xfrm>
            <a:off x="3898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F9D78A8-051E-33C7-01A4-06F7334E9CBA}"/>
              </a:ext>
            </a:extLst>
          </p:cNvPr>
          <p:cNvSpPr/>
          <p:nvPr/>
        </p:nvSpPr>
        <p:spPr>
          <a:xfrm>
            <a:off x="4648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4ECFBC-9155-EDA3-43BA-3D3DEEE0D76C}"/>
              </a:ext>
            </a:extLst>
          </p:cNvPr>
          <p:cNvSpPr txBox="1"/>
          <p:nvPr/>
        </p:nvSpPr>
        <p:spPr>
          <a:xfrm>
            <a:off x="4699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ACE3A5-6986-62F1-4002-07E48508FE12}"/>
              </a:ext>
            </a:extLst>
          </p:cNvPr>
          <p:cNvSpPr/>
          <p:nvPr/>
        </p:nvSpPr>
        <p:spPr>
          <a:xfrm>
            <a:off x="7581900" y="2286000"/>
            <a:ext cx="6731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46ADCFB-6B9E-E3B3-EFDA-7E0E693F8070}"/>
              </a:ext>
            </a:extLst>
          </p:cNvPr>
          <p:cNvSpPr/>
          <p:nvPr/>
        </p:nvSpPr>
        <p:spPr>
          <a:xfrm>
            <a:off x="8331200" y="1854200"/>
            <a:ext cx="28575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316FA86-82AE-E522-3D00-0B4E748D25D3}"/>
              </a:ext>
            </a:extLst>
          </p:cNvPr>
          <p:cNvSpPr txBox="1"/>
          <p:nvPr/>
        </p:nvSpPr>
        <p:spPr>
          <a:xfrm>
            <a:off x="8382000" y="19558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68F46019-9BC5-0BC9-00FA-7D77DBC15BCC}"/>
                  </a:ext>
                </a:extLst>
              </p:cNvPr>
              <p:cNvSpPr txBox="1"/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s-ES" sz="13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𝐺𝐴𝐷</m:t>
                          </m:r>
                        </m:sub>
                      </m:sSub>
                      <m:d>
                        <m:d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5BD300C5-DA0A-D1C0-9FEB-C5B6DA6D9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286000"/>
                <a:ext cx="2755900" cy="355600"/>
              </a:xfrm>
              <a:prstGeom prst="rect">
                <a:avLst/>
              </a:prstGeom>
              <a:blipFill>
                <a:blip r:embed="rId4"/>
                <a:stretch>
                  <a:fillRect t="-714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>
            <a:extLst>
              <a:ext uri="{FF2B5EF4-FFF2-40B4-BE49-F238E27FC236}">
                <a16:creationId xmlns:a16="http://schemas.microsoft.com/office/drawing/2014/main" id="{4E32B794-6D47-01CC-30A2-719E97C96D17}"/>
              </a:ext>
            </a:extLst>
          </p:cNvPr>
          <p:cNvSpPr/>
          <p:nvPr/>
        </p:nvSpPr>
        <p:spPr>
          <a:xfrm>
            <a:off x="774700" y="3048000"/>
            <a:ext cx="10604500" cy="1651000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D84C97C-3603-C637-D3D6-ABF0E673396A}"/>
              </a:ext>
            </a:extLst>
          </p:cNvPr>
          <p:cNvSpPr txBox="1"/>
          <p:nvPr/>
        </p:nvSpPr>
        <p:spPr>
          <a:xfrm>
            <a:off x="965200" y="309880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i = 0, …, 999</a:t>
            </a:r>
            <a:endParaRPr lang="es-ES_tradnl" sz="1400" noProof="1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5539E37-7465-BD14-C452-2D72A64DA673}"/>
              </a:ext>
            </a:extLst>
          </p:cNvPr>
          <p:cNvSpPr/>
          <p:nvPr/>
        </p:nvSpPr>
        <p:spPr>
          <a:xfrm>
            <a:off x="965200" y="3581400"/>
            <a:ext cx="1524000" cy="86360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EE05B45-2802-3191-CB82-F1FBD39A2031}"/>
              </a:ext>
            </a:extLst>
          </p:cNvPr>
          <p:cNvSpPr txBox="1"/>
          <p:nvPr/>
        </p:nvSpPr>
        <p:spPr>
          <a:xfrm>
            <a:off x="1016000" y="36830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Codificar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28AC4357-777F-0466-DA53-915302880609}"/>
                  </a:ext>
                </a:extLst>
              </p:cNvPr>
              <p:cNvSpPr txBox="1"/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_tradnl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s-ES_tradnl" sz="1300" i="1" noProof="1" smtClean="0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s-419" sz="1300" i="1" noProof="1">
                            <a:solidFill>
                              <a:srgbClr val="1F24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1000 estados</a:t>
                </a:r>
                <a:endParaRPr lang="es-ES_tradnl" sz="1300" noProof="1"/>
              </a:p>
              <a:p>
                <a:pPr marL="0" indent="0" algn="ctr">
                  <a:buNone/>
                </a:pPr>
                <a:r>
                  <a:rPr lang="es-ES_tradnl" sz="13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la fila </a:t>
                </a:r>
                <a14:m>
                  <m:oMath xmlns:m="http://schemas.openxmlformats.org/officeDocument/2006/math">
                    <m:r>
                      <a:rPr lang="es-ES" sz="1300" i="1">
                        <a:solidFill>
                          <a:srgbClr val="1F24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C42F3C87-0A06-6737-D241-1EDA00B41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013200"/>
                <a:ext cx="1422400" cy="355600"/>
              </a:xfrm>
              <a:prstGeom prst="rect">
                <a:avLst/>
              </a:prstGeom>
              <a:blipFill>
                <a:blip r:embed="rId5"/>
                <a:stretch>
                  <a:fillRect t="-10000" b="-366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>
            <a:extLst>
              <a:ext uri="{FF2B5EF4-FFF2-40B4-BE49-F238E27FC236}">
                <a16:creationId xmlns:a16="http://schemas.microsoft.com/office/drawing/2014/main" id="{3BA06FA4-DBEF-C180-3A51-D0071CEC1FBF}"/>
              </a:ext>
            </a:extLst>
          </p:cNvPr>
          <p:cNvSpPr/>
          <p:nvPr/>
        </p:nvSpPr>
        <p:spPr>
          <a:xfrm>
            <a:off x="2552700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145B4AD-F173-1E18-6FAF-8575014DD5C2}"/>
              </a:ext>
            </a:extLst>
          </p:cNvPr>
          <p:cNvSpPr/>
          <p:nvPr/>
        </p:nvSpPr>
        <p:spPr>
          <a:xfrm>
            <a:off x="2822575" y="3581400"/>
            <a:ext cx="1714500" cy="863600"/>
          </a:xfrm>
          <a:prstGeom prst="roundRect">
            <a:avLst>
              <a:gd name="adj" fmla="val 8421"/>
            </a:avLst>
          </a:prstGeom>
          <a:solidFill>
            <a:srgbClr val="F1ECF8"/>
          </a:solidFill>
          <a:ln w="15875">
            <a:solidFill>
              <a:srgbClr val="7A4FB0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A72C7DC-D181-ECB4-FF84-014BCFF045AF}"/>
              </a:ext>
            </a:extLst>
          </p:cNvPr>
          <p:cNvSpPr txBox="1"/>
          <p:nvPr/>
        </p:nvSpPr>
        <p:spPr>
          <a:xfrm>
            <a:off x="2873375" y="368300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7A4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69CCA7FE-E966-0A24-9F17-6C3940AD394D}"/>
                  </a:ext>
                </a:extLst>
              </p:cNvPr>
              <p:cNvSpPr txBox="1"/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21CB5AC3-C685-2689-4BF7-29A0D8D24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75" y="3937000"/>
                <a:ext cx="1612900" cy="355600"/>
              </a:xfrm>
              <a:prstGeom prst="rect">
                <a:avLst/>
              </a:prstGeom>
              <a:blipFill>
                <a:blip r:embed="rId6"/>
                <a:stretch>
                  <a:fillRect t="-178571" b="-30357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>
            <a:extLst>
              <a:ext uri="{FF2B5EF4-FFF2-40B4-BE49-F238E27FC236}">
                <a16:creationId xmlns:a16="http://schemas.microsoft.com/office/drawing/2014/main" id="{CFF3A7BC-A55D-EA0D-9971-CF3DB0D9F5F1}"/>
              </a:ext>
            </a:extLst>
          </p:cNvPr>
          <p:cNvSpPr/>
          <p:nvPr/>
        </p:nvSpPr>
        <p:spPr>
          <a:xfrm>
            <a:off x="4600575" y="4013200"/>
            <a:ext cx="206375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2BEDA7A-D20C-61F5-3A79-1F88A95784A2}"/>
              </a:ext>
            </a:extLst>
          </p:cNvPr>
          <p:cNvSpPr/>
          <p:nvPr/>
        </p:nvSpPr>
        <p:spPr>
          <a:xfrm>
            <a:off x="4876800" y="3581400"/>
            <a:ext cx="1320800" cy="86360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5875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58663D2-37BE-82D0-072B-00DFE6398486}"/>
              </a:ext>
            </a:extLst>
          </p:cNvPr>
          <p:cNvSpPr/>
          <p:nvPr/>
        </p:nvSpPr>
        <p:spPr>
          <a:xfrm flipV="1">
            <a:off x="62611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708D0B6-D319-E301-5E02-B966936C61B0}"/>
              </a:ext>
            </a:extLst>
          </p:cNvPr>
          <p:cNvSpPr/>
          <p:nvPr/>
        </p:nvSpPr>
        <p:spPr>
          <a:xfrm>
            <a:off x="6527800" y="3581400"/>
            <a:ext cx="19050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E05A0D6-7E96-BDB3-1272-A4EE2AE51A0F}"/>
              </a:ext>
            </a:extLst>
          </p:cNvPr>
          <p:cNvSpPr txBox="1"/>
          <p:nvPr/>
        </p:nvSpPr>
        <p:spPr>
          <a:xfrm>
            <a:off x="6578600" y="36830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Distancia de traza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D0D3C912-1BCD-BCE8-DF2B-180F93559496}"/>
                  </a:ext>
                </a:extLst>
              </p:cNvPr>
              <p:cNvSpPr txBox="1"/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30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300" b="0" i="0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3040A401-0EF4-5E41-287A-36339072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0" y="4013200"/>
                <a:ext cx="1803400" cy="35560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Shape 38">
            <a:extLst>
              <a:ext uri="{FF2B5EF4-FFF2-40B4-BE49-F238E27FC236}">
                <a16:creationId xmlns:a16="http://schemas.microsoft.com/office/drawing/2014/main" id="{ABABBC0B-CAA7-1677-6DFC-B1CDB45589BC}"/>
              </a:ext>
            </a:extLst>
          </p:cNvPr>
          <p:cNvSpPr/>
          <p:nvPr/>
        </p:nvSpPr>
        <p:spPr>
          <a:xfrm>
            <a:off x="6400800" y="4965700"/>
            <a:ext cx="21590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602A902-6938-2AAE-8A19-79579FEA5F71}"/>
              </a:ext>
            </a:extLst>
          </p:cNvPr>
          <p:cNvSpPr txBox="1"/>
          <p:nvPr/>
        </p:nvSpPr>
        <p:spPr>
          <a:xfrm>
            <a:off x="6451600" y="50673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cs typeface="Courier New" pitchFamily="34" charset="-120"/>
              </a:rPr>
              <a:t>Epsilon Teorico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4729A80A-4D8C-DFFE-853B-A9CBC93550BD}"/>
                  </a:ext>
                </a:extLst>
              </p:cNvPr>
              <p:cNvSpPr txBox="1"/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419" sz="1300" b="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419" sz="13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4301E6B8-BCA4-4C64-0EA6-22AA63D1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0" y="5397500"/>
                <a:ext cx="2057400" cy="393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>
            <a:extLst>
              <a:ext uri="{FF2B5EF4-FFF2-40B4-BE49-F238E27FC236}">
                <a16:creationId xmlns:a16="http://schemas.microsoft.com/office/drawing/2014/main" id="{4DE237DD-FA3F-57F8-810C-BB05B1A04B1C}"/>
              </a:ext>
            </a:extLst>
          </p:cNvPr>
          <p:cNvSpPr/>
          <p:nvPr/>
        </p:nvSpPr>
        <p:spPr>
          <a:xfrm>
            <a:off x="8801100" y="4965700"/>
            <a:ext cx="2349500" cy="9652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7132DC6-7D5E-5192-9EDD-AC0155C1DA30}"/>
              </a:ext>
            </a:extLst>
          </p:cNvPr>
          <p:cNvSpPr txBox="1"/>
          <p:nvPr/>
        </p:nvSpPr>
        <p:spPr>
          <a:xfrm>
            <a:off x="8851900" y="5067300"/>
            <a:ext cx="226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Experimental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C6154566-8D0D-3E38-5999-3002852ACF34}"/>
                  </a:ext>
                </a:extLst>
              </p:cNvPr>
              <p:cNvSpPr txBox="1"/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3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1300" b="0" i="0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3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419" sz="13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s-419" sz="13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13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9BF55D54-4759-869B-39AC-4113627E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900" y="5397500"/>
                <a:ext cx="2260600" cy="393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98739EA3-E7E5-D877-1FE8-589B9076C57B}"/>
                  </a:ext>
                </a:extLst>
              </p:cNvPr>
              <p:cNvSpPr txBox="1"/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ES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1200" i="1" smtClean="0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200" i="1" noProof="1" smtClean="0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itchFamily="34" charset="-12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s-419" sz="1200" i="1" noProof="1">
                                      <a:solidFill>
                                        <a:srgbClr val="1F2433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49" name="Text 25">
                <a:extLst>
                  <a:ext uri="{FF2B5EF4-FFF2-40B4-BE49-F238E27FC236}">
                    <a16:creationId xmlns:a16="http://schemas.microsoft.com/office/drawing/2014/main" id="{7034DA3B-1CE8-205E-7D76-D32C87E2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2171700"/>
                <a:ext cx="2755900" cy="355600"/>
              </a:xfrm>
              <a:prstGeom prst="rect">
                <a:avLst/>
              </a:prstGeom>
              <a:blipFill>
                <a:blip r:embed="rId10"/>
                <a:stretch>
                  <a:fillRect t="-163333" b="-280000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28">
            <a:extLst>
              <a:ext uri="{FF2B5EF4-FFF2-40B4-BE49-F238E27FC236}">
                <a16:creationId xmlns:a16="http://schemas.microsoft.com/office/drawing/2014/main" id="{D7346847-479E-7F2B-23B5-3D20F49CF56F}"/>
              </a:ext>
            </a:extLst>
          </p:cNvPr>
          <p:cNvSpPr txBox="1"/>
          <p:nvPr/>
        </p:nvSpPr>
        <p:spPr>
          <a:xfrm>
            <a:off x="4927600" y="36830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CFA3A806-04B3-72B8-807E-35463EF06C5C}"/>
                  </a:ext>
                </a:extLst>
              </p:cNvPr>
              <p:cNvSpPr txBox="1"/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s-ES" sz="14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d>
                        <m:dPr>
                          <m:ctrlPr>
                            <a:rPr lang="es-ES" sz="14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sz="1400" i="1">
                                  <a:solidFill>
                                    <a:srgbClr val="1F24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1300" noProof="1"/>
              </a:p>
            </p:txBody>
          </p:sp>
        </mc:Choice>
        <mc:Fallback xmlns="">
          <p:sp>
            <p:nvSpPr>
              <p:cNvPr id="51" name="Text 29">
                <a:extLst>
                  <a:ext uri="{FF2B5EF4-FFF2-40B4-BE49-F238E27FC236}">
                    <a16:creationId xmlns:a16="http://schemas.microsoft.com/office/drawing/2014/main" id="{908668A1-37A4-CA58-231C-A39C5827D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00" y="4013200"/>
                <a:ext cx="1219200" cy="355600"/>
              </a:xfrm>
              <a:prstGeom prst="rect">
                <a:avLst/>
              </a:prstGeom>
              <a:blipFill>
                <a:blip r:embed="rId11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hape 30">
            <a:extLst>
              <a:ext uri="{FF2B5EF4-FFF2-40B4-BE49-F238E27FC236}">
                <a16:creationId xmlns:a16="http://schemas.microsoft.com/office/drawing/2014/main" id="{293815B2-ED71-01BE-7723-0370123264A1}"/>
              </a:ext>
            </a:extLst>
          </p:cNvPr>
          <p:cNvSpPr/>
          <p:nvPr/>
        </p:nvSpPr>
        <p:spPr>
          <a:xfrm>
            <a:off x="8496300" y="4013200"/>
            <a:ext cx="20320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3A72AFD0-9017-7A1C-5269-63995F701C21}"/>
              </a:ext>
            </a:extLst>
          </p:cNvPr>
          <p:cNvSpPr/>
          <p:nvPr/>
        </p:nvSpPr>
        <p:spPr>
          <a:xfrm>
            <a:off x="8763000" y="3581400"/>
            <a:ext cx="2425700" cy="863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C5BF8936-3015-7CF3-53F7-BDCD8217E670}"/>
              </a:ext>
            </a:extLst>
          </p:cNvPr>
          <p:cNvSpPr txBox="1"/>
          <p:nvPr/>
        </p:nvSpPr>
        <p:spPr>
          <a:xfrm>
            <a:off x="8813800" y="36830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</a:t>
            </a:r>
            <a:endParaRPr lang="es-ES_tradnl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28EFD9F9-7B2A-5175-4606-37AD1A17F790}"/>
                  </a:ext>
                </a:extLst>
              </p:cNvPr>
              <p:cNvSpPr txBox="1"/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200" i="1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𝑑𝑃𝐷</m:t>
                      </m:r>
                      <m:d>
                        <m:dPr>
                          <m:ctrlPr>
                            <a:rPr lang="es-419" sz="1200" b="0" i="1" smtClean="0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1200" i="1">
                              <a:solidFill>
                                <a:srgbClr val="1F24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419" sz="1200" b="0" i="1" smtClean="0">
                          <a:solidFill>
                            <a:srgbClr val="1F24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1200" noProof="1"/>
              </a:p>
            </p:txBody>
          </p:sp>
        </mc:Choice>
        <mc:Fallback xmlns="">
          <p:sp>
            <p:nvSpPr>
              <p:cNvPr id="55" name="Text 29">
                <a:extLst>
                  <a:ext uri="{FF2B5EF4-FFF2-40B4-BE49-F238E27FC236}">
                    <a16:creationId xmlns:a16="http://schemas.microsoft.com/office/drawing/2014/main" id="{B8BEFABB-276A-CD3D-7B0E-E62AC237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4013200"/>
                <a:ext cx="2324100" cy="355600"/>
              </a:xfrm>
              <a:prstGeom prst="rect">
                <a:avLst/>
              </a:prstGeom>
              <a:blipFill>
                <a:blip r:embed="rId12"/>
                <a:stretch>
                  <a:fillRect t="-3333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30">
            <a:extLst>
              <a:ext uri="{FF2B5EF4-FFF2-40B4-BE49-F238E27FC236}">
                <a16:creationId xmlns:a16="http://schemas.microsoft.com/office/drawing/2014/main" id="{B17DB136-9CE9-BCC7-6FBB-117648B1C126}"/>
              </a:ext>
            </a:extLst>
          </p:cNvPr>
          <p:cNvSpPr/>
          <p:nvPr/>
        </p:nvSpPr>
        <p:spPr>
          <a:xfrm>
            <a:off x="748030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2D101AAA-C63F-407E-B8E6-E70EE419DB50}"/>
              </a:ext>
            </a:extLst>
          </p:cNvPr>
          <p:cNvSpPr/>
          <p:nvPr/>
        </p:nvSpPr>
        <p:spPr>
          <a:xfrm>
            <a:off x="9975850" y="4508500"/>
            <a:ext cx="0" cy="45720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768F0A-8A12-F767-4FD2-AFE694212695}"/>
                  </a:ext>
                </a:extLst>
              </p14:cNvPr>
              <p14:cNvContentPartPr/>
              <p14:nvPr/>
            </p14:nvContentPartPr>
            <p14:xfrm>
              <a:off x="1604160" y="131400"/>
              <a:ext cx="9938160" cy="581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7FFFFB-F3E5-7316-8E23-94DCD66678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94800" y="122040"/>
                <a:ext cx="9956880" cy="58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777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por columna</a:t>
            </a:r>
            <a:endParaRPr lang="es-ES_tradnl" sz="3200" noProof="1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06974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máx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teórico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experimental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teo / exp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0.000567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0.002733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0.000887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0.000513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0.002475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0.000739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credit_history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0.000675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0.003253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0.001267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0.000709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0.003415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0.001566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status_account + month_duration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0.000722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0.003482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0.001327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status_savings + years_employment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0.000820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0.003950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0.001359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credit_amount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0.000922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0.004441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0.001828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(Σ)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0.023750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0.008974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137160"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por composición secuencial sobre las 7 columnas. La razón total es el cociente de los dos totales, no la suma de las razones.</a:t>
            </a:r>
            <a:endParaRPr lang="es-ES_tradnl" sz="1400" noProof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4D9163-71B5-90D7-6198-9FB9186ED99D}"/>
                  </a:ext>
                </a:extLst>
              </p14:cNvPr>
              <p14:cNvContentPartPr/>
              <p14:nvPr/>
            </p14:nvContentPartPr>
            <p14:xfrm>
              <a:off x="179640" y="1769040"/>
              <a:ext cx="9587160" cy="372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4D9163-71B5-90D7-6198-9FB9186ED9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80" y="1759680"/>
                <a:ext cx="9605880" cy="37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77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98D03-FD64-D562-2306-F6E39458B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DF7CDC-54F0-4925-8CA1-3F031066DFE9}"/>
              </a:ext>
            </a:extLst>
          </p:cNvPr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0F97D9-BDAD-FC8A-E13C-637891434CCE}"/>
              </a:ext>
            </a:extLst>
          </p:cNvPr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85AD4D-50AE-8817-C3D8-EED3B63C018E}"/>
              </a:ext>
            </a:extLst>
          </p:cNvPr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TESIS SEMANA 8</a:t>
            </a:r>
            <a:endParaRPr lang="es-ES_tradnl" sz="1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0F1031-DE22-883D-0967-CD12385F7BAA}"/>
              </a:ext>
            </a:extLst>
          </p:cNvPr>
          <p:cNvSpPr txBox="1"/>
          <p:nvPr/>
        </p:nvSpPr>
        <p:spPr>
          <a:xfrm>
            <a:off x="731520" y="1920240"/>
            <a:ext cx="78732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 independencia de operaciones con producto tensorial.</a:t>
            </a:r>
            <a:endParaRPr lang="es-ES_tradnl" sz="4000" noProof="1"/>
          </a:p>
        </p:txBody>
      </p:sp>
    </p:spTree>
    <p:extLst>
      <p:ext uri="{BB962C8B-B14F-4D97-AF65-F5344CB8AC3E}">
        <p14:creationId xmlns:p14="http://schemas.microsoft.com/office/powerpoint/2010/main" val="3117392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6100" y="508000"/>
            <a:ext cx="381000" cy="3810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Text 3"/>
          <p:cNvSpPr txBox="1"/>
          <p:nvPr/>
        </p:nvSpPr>
        <p:spPr>
          <a:xfrm>
            <a:off x="546100" y="508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92200" y="368300"/>
            <a:ext cx="749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3200" b="1" noProof="1">
                <a:solidFill>
                  <a:srgbClr val="16193B"/>
                </a:solidFill>
                <a:latin typeface="Cambria" pitchFamily="18" charset="0"/>
                <a:ea typeface="Cambria"/>
                <a:cs typeface="Cambria"/>
              </a:rPr>
              <a:t>Demostración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6100" y="12700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7"/>
              <p:cNvSpPr txBox="1"/>
              <p:nvPr/>
            </p:nvSpPr>
            <p:spPr>
              <a:xfrm>
                <a:off x="546100" y="1625600"/>
                <a:ext cx="110998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Sean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operadores de un espacio de Hilbert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-dimensional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operadores de densidad sobre un espacio de Hilbert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-dimensional</a:t>
                </a:r>
                <a:r>
                  <a:rPr lang="es-ES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Debo demostrar que la composición de la operación cuántica individual es igual que la operación cuántica compuesta por todos los operadores.</a:t>
                </a:r>
                <a:endParaRPr lang="es-ES" noProof="1"/>
              </a:p>
              <a:p>
                <a:pPr marL="0" indent="0" algn="l">
                  <a:lnSpc>
                    <a:spcPct val="110000"/>
                  </a:lnSpc>
                  <a:buNone/>
                </a:pPr>
                <a:endParaRPr lang="es-ES" sz="1800" noProof="1"/>
              </a:p>
            </p:txBody>
          </p:sp>
        </mc:Choice>
        <mc:Fallback xmlns="">
          <p:sp>
            <p:nvSpPr>
              <p:cNvPr id="7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625600"/>
                <a:ext cx="11099800" cy="762000"/>
              </a:xfrm>
              <a:prstGeom prst="rect">
                <a:avLst/>
              </a:prstGeom>
              <a:blipFill>
                <a:blip r:embed="rId3"/>
                <a:stretch>
                  <a:fillRect l="-1373" t="-8197" r="-686" b="-3442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10"/>
          <p:cNvSpPr/>
          <p:nvPr/>
        </p:nvSpPr>
        <p:spPr>
          <a:xfrm>
            <a:off x="546100" y="2667000"/>
            <a:ext cx="11099800" cy="223520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" name="Text 11"/>
          <p:cNvSpPr txBox="1"/>
          <p:nvPr/>
        </p:nvSpPr>
        <p:spPr>
          <a:xfrm>
            <a:off x="825500" y="2971800"/>
            <a:ext cx="1054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otras palabras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2"/>
              <p:cNvSpPr txBox="1"/>
              <p:nvPr/>
            </p:nvSpPr>
            <p:spPr>
              <a:xfrm>
                <a:off x="825500" y="3416300"/>
                <a:ext cx="1054100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marL="0" indent="0" algn="ctr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3416300"/>
                <a:ext cx="105410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E109B7-13D5-6C02-CF0E-33645B56CED8}"/>
                  </a:ext>
                </a:extLst>
              </p14:cNvPr>
              <p14:cNvContentPartPr/>
              <p14:nvPr/>
            </p14:nvContentPartPr>
            <p14:xfrm>
              <a:off x="3229200" y="961920"/>
              <a:ext cx="6002640" cy="368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E109B7-13D5-6C02-CF0E-33645B56CE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9840" y="952560"/>
                <a:ext cx="6021360" cy="37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5017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6100" y="508000"/>
            <a:ext cx="381000" cy="3810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Text 3"/>
          <p:cNvSpPr txBox="1"/>
          <p:nvPr/>
        </p:nvSpPr>
        <p:spPr>
          <a:xfrm>
            <a:off x="546100" y="508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92200" y="368300"/>
            <a:ext cx="749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3200" b="1" noProof="1">
                <a:solidFill>
                  <a:srgbClr val="16193B"/>
                </a:solidFill>
                <a:latin typeface="Cambria" pitchFamily="18" charset="0"/>
                <a:ea typeface="Cambria"/>
                <a:cs typeface="Cambria"/>
              </a:rPr>
              <a:t>Lema: producto mixto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6100" y="12700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7"/>
              <p:cNvSpPr txBox="1"/>
              <p:nvPr/>
            </p:nvSpPr>
            <p:spPr>
              <a:xfrm>
                <a:off x="546100" y="1625600"/>
                <a:ext cx="110998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10000"/>
                  </a:lnSpc>
                  <a:buNone/>
                </a:pPr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Sean tres pares de operadores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en tres espacios vectoriales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respectivamente.</a:t>
                </a:r>
                <a:endParaRPr lang="es-ES" sz="1800" noProof="1"/>
              </a:p>
            </p:txBody>
          </p:sp>
        </mc:Choice>
        <mc:Fallback xmlns="">
          <p:sp>
            <p:nvSpPr>
              <p:cNvPr id="7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625600"/>
                <a:ext cx="11099800" cy="762000"/>
              </a:xfrm>
              <a:prstGeom prst="rect">
                <a:avLst/>
              </a:prstGeom>
              <a:blipFill>
                <a:blip r:embed="rId3"/>
                <a:stretch>
                  <a:fillRect l="-1373" t="-819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8"/>
          <p:cNvSpPr/>
          <p:nvPr/>
        </p:nvSpPr>
        <p:spPr>
          <a:xfrm>
            <a:off x="546100" y="2463800"/>
            <a:ext cx="11099800" cy="78740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9"/>
              <p:cNvSpPr txBox="1"/>
              <p:nvPr/>
            </p:nvSpPr>
            <p:spPr>
              <a:xfrm>
                <a:off x="825500" y="2463800"/>
                <a:ext cx="10541000" cy="78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𝑋𝑈</m:t>
                          </m:r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𝑌𝑉</m:t>
                          </m:r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𝑍𝑊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2463800"/>
                <a:ext cx="10541000" cy="78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10"/>
          <p:cNvSpPr txBox="1"/>
          <p:nvPr/>
        </p:nvSpPr>
        <p:spPr>
          <a:xfrm>
            <a:off x="546100" y="35052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igualdad</a:t>
            </a:r>
            <a:endParaRPr lang="es-ES" sz="1600" noProof="1"/>
          </a:p>
        </p:txBody>
      </p:sp>
      <p:sp>
        <p:nvSpPr>
          <p:cNvPr id="11" name="Text 11"/>
          <p:cNvSpPr txBox="1"/>
          <p:nvPr/>
        </p:nvSpPr>
        <p:spPr>
          <a:xfrm>
            <a:off x="546100" y="3860800"/>
            <a:ext cx="11099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operadores son iguales si y solo si actúan de la misma forma en cualquier vector del espacio vectorial.</a:t>
            </a:r>
            <a:endParaRPr lang="es-ES" sz="1800" noProof="1"/>
          </a:p>
        </p:txBody>
      </p:sp>
      <p:sp>
        <p:nvSpPr>
          <p:cNvPr id="12" name="Text 12"/>
          <p:cNvSpPr txBox="1"/>
          <p:nvPr/>
        </p:nvSpPr>
        <p:spPr>
          <a:xfrm>
            <a:off x="546100" y="44704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demostrar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3"/>
              <p:cNvSpPr txBox="1"/>
              <p:nvPr/>
            </p:nvSpPr>
            <p:spPr>
              <a:xfrm>
                <a:off x="546100" y="4826000"/>
                <a:ext cx="110998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10000"/>
                  </a:lnSpc>
                  <a:buNone/>
                </a:pPr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tenemos que demostrar que</a:t>
                </a:r>
                <a:endParaRPr lang="es-ES" sz="1800" noProof="1"/>
              </a:p>
            </p:txBody>
          </p:sp>
        </mc:Choice>
        <mc:Fallback xmlns="">
          <p:sp>
            <p:nvSpPr>
              <p:cNvPr id="13" name="Tex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26000"/>
                <a:ext cx="11099800" cy="381000"/>
              </a:xfrm>
              <a:prstGeom prst="rect">
                <a:avLst/>
              </a:prstGeom>
              <a:blipFill>
                <a:blip r:embed="rId5"/>
                <a:stretch>
                  <a:fillRect l="-1373" t="-16667" b="-16667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4"/>
          <p:cNvSpPr/>
          <p:nvPr/>
        </p:nvSpPr>
        <p:spPr>
          <a:xfrm>
            <a:off x="546100" y="5384800"/>
            <a:ext cx="11099800" cy="736600"/>
          </a:xfrm>
          <a:prstGeom prst="roundRect">
            <a:avLst>
              <a:gd name="adj" fmla="val 8571"/>
            </a:avLst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5"/>
              <p:cNvSpPr txBox="1"/>
              <p:nvPr/>
            </p:nvSpPr>
            <p:spPr>
              <a:xfrm>
                <a:off x="825500" y="5384800"/>
                <a:ext cx="10541000" cy="736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𝑋𝑈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𝑌𝑉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𝑍𝑊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384800"/>
                <a:ext cx="10541000" cy="736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B3ACEB-4102-2145-3189-BBB796402FDC}"/>
                  </a:ext>
                </a:extLst>
              </p14:cNvPr>
              <p14:cNvContentPartPr/>
              <p14:nvPr/>
            </p14:nvContentPartPr>
            <p14:xfrm>
              <a:off x="1329840" y="2523240"/>
              <a:ext cx="10516320" cy="3576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B3ACEB-4102-2145-3189-BBB796402F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0480" y="2513880"/>
                <a:ext cx="10535040" cy="359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9836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6100" y="508000"/>
            <a:ext cx="381000" cy="3810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Text 3"/>
          <p:cNvSpPr txBox="1"/>
          <p:nvPr/>
        </p:nvSpPr>
        <p:spPr>
          <a:xfrm>
            <a:off x="546100" y="508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92200" y="368300"/>
            <a:ext cx="749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3200" b="1" noProof="1">
                <a:solidFill>
                  <a:srgbClr val="16193B"/>
                </a:solidFill>
                <a:latin typeface="Cambria" pitchFamily="18" charset="0"/>
                <a:ea typeface="Cambria"/>
                <a:cs typeface="Cambria"/>
              </a:rPr>
              <a:t>Demostración del lema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6100" y="12192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definición 1.8 de las notas de la clase Quantum Physics II, Lecture Notes 8 del profesor Zwiebach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7"/>
              <p:cNvSpPr txBox="1"/>
              <p:nvPr/>
            </p:nvSpPr>
            <p:spPr>
              <a:xfrm>
                <a:off x="546100" y="1549400"/>
                <a:ext cx="110998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lnSpc>
                    <a:spcPct val="110000"/>
                  </a:lnSpc>
                  <a:buNone/>
                </a:pPr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Sean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ES" sz="18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s-ES" sz="18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Entonces:</a:t>
                </a:r>
                <a:endParaRPr lang="es-ES" sz="1800" noProof="1"/>
              </a:p>
            </p:txBody>
          </p:sp>
        </mc:Choice>
        <mc:Fallback xmlns="">
          <p:sp>
            <p:nvSpPr>
              <p:cNvPr id="7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549400"/>
                <a:ext cx="11099800" cy="381000"/>
              </a:xfrm>
              <a:prstGeom prst="rect">
                <a:avLst/>
              </a:prstGeom>
              <a:blipFill>
                <a:blip r:embed="rId3"/>
                <a:stretch>
                  <a:fillRect l="-1373" t="-12500" b="-9375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8"/>
          <p:cNvSpPr/>
          <p:nvPr/>
        </p:nvSpPr>
        <p:spPr>
          <a:xfrm>
            <a:off x="546100" y="1981200"/>
            <a:ext cx="11099800" cy="558800"/>
          </a:xfrm>
          <a:prstGeom prst="roundRect">
            <a:avLst>
              <a:gd name="adj" fmla="val 8571"/>
            </a:avLst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9"/>
              <p:cNvSpPr txBox="1"/>
              <p:nvPr/>
            </p:nvSpPr>
            <p:spPr>
              <a:xfrm>
                <a:off x="825500" y="1981200"/>
                <a:ext cx="10541000" cy="558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𝑇𝑣</m:t>
                          </m:r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𝑆𝑤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1981200"/>
                <a:ext cx="10541000" cy="55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10"/>
          <p:cNvSpPr txBox="1"/>
          <p:nvPr/>
        </p:nvSpPr>
        <p:spPr>
          <a:xfrm>
            <a:off x="546100" y="26924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lo tanto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11"/>
              <p:cNvSpPr txBox="1"/>
              <p:nvPr/>
            </p:nvSpPr>
            <p:spPr>
              <a:xfrm>
                <a:off x="546100" y="3048000"/>
                <a:ext cx="11099800" cy="965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marL="0" indent="0" algn="l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𝑋𝑈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𝑌𝑉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𝑍𝑊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3048000"/>
                <a:ext cx="11099800" cy="965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2"/>
          <p:cNvSpPr txBox="1"/>
          <p:nvPr/>
        </p:nvSpPr>
        <p:spPr>
          <a:xfrm>
            <a:off x="546100" y="40386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3"/>
              <p:cNvSpPr txBox="1"/>
              <p:nvPr/>
            </p:nvSpPr>
            <p:spPr>
              <a:xfrm>
                <a:off x="546100" y="4368800"/>
                <a:ext cx="11099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𝑋𝑈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𝑌𝑉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𝑍𝑊</m:t>
                          </m:r>
                        </m:e>
                      </m:d>
                      <m:d>
                        <m:d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ES" sz="22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𝑋𝑈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𝑌𝑉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s-ES" sz="22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𝑍𝑊</m:t>
                      </m:r>
                      <m:sSub>
                        <m:sSubPr>
                          <m:ctrlP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ES" sz="22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368800"/>
                <a:ext cx="110998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4"/>
          <p:cNvSpPr/>
          <p:nvPr/>
        </p:nvSpPr>
        <p:spPr>
          <a:xfrm>
            <a:off x="546100" y="5054600"/>
            <a:ext cx="11099800" cy="121920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5"/>
              <p:cNvSpPr txBox="1"/>
              <p:nvPr/>
            </p:nvSpPr>
            <p:spPr>
              <a:xfrm>
                <a:off x="825500" y="5181600"/>
                <a:ext cx="10541000" cy="965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l">
                  <a:lnSpc>
                    <a:spcPct val="110000"/>
                  </a:lnSpc>
                  <a:buNone/>
                </a:pPr>
                <a:r>
                  <a:rPr lang="es-ES" sz="16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ES" sz="1600" i="1">
                                <a:solidFill>
                                  <a:srgbClr val="161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sz="16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genera todo el espacio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6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6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el producto tensorial es lineal, la igualdad en cada vector generador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6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600" i="1">
                        <a:solidFill>
                          <a:srgbClr val="16193B"/>
                        </a:solidFill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1600" i="1">
                            <a:solidFill>
                              <a:srgbClr val="161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noProof="1">
                    <a:solidFill>
                      <a:srgbClr val="1F24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implica su igualdad en cualquier combinación lineal de ellos.  ∎</a:t>
                </a:r>
                <a:endParaRPr lang="es-ES" sz="1600" noProof="1"/>
              </a:p>
            </p:txBody>
          </p:sp>
        </mc:Choice>
        <mc:Fallback xmlns="">
          <p:sp>
            <p:nvSpPr>
              <p:cNvPr id="15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181600"/>
                <a:ext cx="10541000" cy="965200"/>
              </a:xfrm>
              <a:prstGeom prst="rect">
                <a:avLst/>
              </a:prstGeom>
              <a:blipFill>
                <a:blip r:embed="rId7"/>
                <a:stretch>
                  <a:fillRect l="-1082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18201B-7147-0EF6-E647-4F5CFDA327CC}"/>
                  </a:ext>
                </a:extLst>
              </p14:cNvPr>
              <p14:cNvContentPartPr/>
              <p14:nvPr/>
            </p14:nvContentPartPr>
            <p14:xfrm>
              <a:off x="582120" y="2021760"/>
              <a:ext cx="10342080" cy="399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18201B-7147-0EF6-E647-4F5CFDA327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2760" y="2012400"/>
                <a:ext cx="10360800" cy="40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706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6100" y="508000"/>
            <a:ext cx="381000" cy="3810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Text 3"/>
          <p:cNvSpPr txBox="1"/>
          <p:nvPr/>
        </p:nvSpPr>
        <p:spPr>
          <a:xfrm>
            <a:off x="546100" y="508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92200" y="368300"/>
            <a:ext cx="749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3200" b="1" noProof="1">
                <a:solidFill>
                  <a:srgbClr val="16193B"/>
                </a:solidFill>
                <a:latin typeface="Cambria" pitchFamily="18" charset="0"/>
                <a:ea typeface="Cambria"/>
                <a:cs typeface="Cambria"/>
              </a:rPr>
              <a:t>Demostración final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6100" y="1270000"/>
            <a:ext cx="1109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el lema a la demostración</a:t>
            </a:r>
            <a:endParaRPr lang="es-ES" sz="1600" noProof="1"/>
          </a:p>
        </p:txBody>
      </p:sp>
      <p:sp>
        <p:nvSpPr>
          <p:cNvPr id="7" name="Shape 7"/>
          <p:cNvSpPr/>
          <p:nvPr/>
        </p:nvSpPr>
        <p:spPr>
          <a:xfrm>
            <a:off x="546100" y="1905000"/>
            <a:ext cx="330200" cy="3302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" name="Text 8"/>
          <p:cNvSpPr txBox="1"/>
          <p:nvPr/>
        </p:nvSpPr>
        <p:spPr>
          <a:xfrm>
            <a:off x="546100" y="1905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1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9"/>
              <p:cNvSpPr txBox="1"/>
              <p:nvPr/>
            </p:nvSpPr>
            <p:spPr>
              <a:xfrm>
                <a:off x="1054100" y="1803400"/>
                <a:ext cx="10591800" cy="533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p>
                        <m:sSup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p>
                        <m:sSup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803400"/>
                <a:ext cx="10591800" cy="53340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10"/>
          <p:cNvSpPr/>
          <p:nvPr/>
        </p:nvSpPr>
        <p:spPr>
          <a:xfrm>
            <a:off x="546100" y="2844800"/>
            <a:ext cx="330200" cy="330200"/>
          </a:xfrm>
          <a:prstGeom prst="ellipse">
            <a:avLst/>
          </a:prstGeom>
          <a:solidFill>
            <a:srgbClr val="1A9E8F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" name="Text 11"/>
          <p:cNvSpPr txBox="1"/>
          <p:nvPr/>
        </p:nvSpPr>
        <p:spPr>
          <a:xfrm>
            <a:off x="546100" y="2844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ES" sz="11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2"/>
              <p:cNvSpPr txBox="1"/>
              <p:nvPr/>
            </p:nvSpPr>
            <p:spPr>
              <a:xfrm>
                <a:off x="1054100" y="2743200"/>
                <a:ext cx="10591800" cy="533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743200"/>
                <a:ext cx="10591800" cy="533400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3"/>
          <p:cNvSpPr/>
          <p:nvPr/>
        </p:nvSpPr>
        <p:spPr>
          <a:xfrm>
            <a:off x="546100" y="3810000"/>
            <a:ext cx="11099800" cy="228600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4" name="Text 14"/>
          <p:cNvSpPr txBox="1"/>
          <p:nvPr/>
        </p:nvSpPr>
        <p:spPr>
          <a:xfrm>
            <a:off x="825500" y="4013200"/>
            <a:ext cx="1054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6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lo tanto</a:t>
            </a:r>
            <a:endParaRPr lang="es-E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5"/>
              <p:cNvSpPr txBox="1"/>
              <p:nvPr/>
            </p:nvSpPr>
            <p:spPr>
              <a:xfrm>
                <a:off x="825500" y="4521200"/>
                <a:ext cx="10541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/>
              </a:p>
              <a:p>
                <a:pPr marL="0" indent="0" algn="ctr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16193B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16193B"/>
                                  </a:solidFill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</m:e>
                      </m:d>
                      <m:r>
                        <a:rPr lang="es-ES" sz="2400" i="1">
                          <a:solidFill>
                            <a:srgbClr val="16193B"/>
                          </a:solidFill>
                          <a:latin typeface="Cambria Math" panose="02040503050406030204" pitchFamily="18" charset="0"/>
                        </a:rPr>
                        <m:t> ∎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4521200"/>
                <a:ext cx="10541000" cy="1397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E4DAEC-2942-6122-2A1B-927AC82D79BE}"/>
                  </a:ext>
                </a:extLst>
              </p14:cNvPr>
              <p14:cNvContentPartPr/>
              <p14:nvPr/>
            </p14:nvContentPartPr>
            <p14:xfrm>
              <a:off x="1304640" y="1562760"/>
              <a:ext cx="9491400" cy="208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E4DAEC-2942-6122-2A1B-927AC82D79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5280" y="1553400"/>
                <a:ext cx="9510120" cy="21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29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Pasos a seguir</a:t>
            </a:r>
            <a:endParaRPr lang="es-ES_tradnl" sz="3600" noProof="1"/>
          </a:p>
        </p:txBody>
      </p:sp>
      <p:sp>
        <p:nvSpPr>
          <p:cNvPr id="3" name="Shape 1"/>
          <p:cNvSpPr/>
          <p:nvPr/>
        </p:nvSpPr>
        <p:spPr>
          <a:xfrm>
            <a:off x="731520" y="189280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/>
          <p:cNvSpPr txBox="1"/>
          <p:nvPr/>
        </p:nvSpPr>
        <p:spPr>
          <a:xfrm>
            <a:off x="73152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5" name="Text 3"/>
          <p:cNvSpPr txBox="1"/>
          <p:nvPr/>
        </p:nvSpPr>
        <p:spPr>
          <a:xfrm>
            <a:off x="12801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Decuantizar los datos para observar el resultado de la privacidad diferencial sobre los datos.</a:t>
            </a:r>
            <a:endParaRPr lang="es-ES_tradnl" sz="2000" noProof="1"/>
          </a:p>
        </p:txBody>
      </p:sp>
      <p:sp>
        <p:nvSpPr>
          <p:cNvPr id="6" name="Shape 4"/>
          <p:cNvSpPr/>
          <p:nvPr/>
        </p:nvSpPr>
        <p:spPr>
          <a:xfrm>
            <a:off x="731520" y="299008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73152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Ruidos medidos en kernel reales</a:t>
            </a:r>
            <a:endParaRPr lang="es-ES_tradnl" sz="2000" noProof="1"/>
          </a:p>
        </p:txBody>
      </p:sp>
      <p:sp>
        <p:nvSpPr>
          <p:cNvPr id="9" name="Shape 7"/>
          <p:cNvSpPr/>
          <p:nvPr/>
        </p:nvSpPr>
        <p:spPr>
          <a:xfrm>
            <a:off x="731520" y="408736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0" name="Text 8"/>
          <p:cNvSpPr txBox="1"/>
          <p:nvPr/>
        </p:nvSpPr>
        <p:spPr>
          <a:xfrm>
            <a:off x="73152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s-ES_tradnl" sz="20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F3750-34A9-A03A-29A1-E57D1A594EB8}"/>
              </a:ext>
            </a:extLst>
          </p:cNvPr>
          <p:cNvSpPr txBox="1"/>
          <p:nvPr/>
        </p:nvSpPr>
        <p:spPr>
          <a:xfrm>
            <a:off x="142875" y="114300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dirty="0"/>
              <a:t>Tablero :p</a:t>
            </a:r>
          </a:p>
        </p:txBody>
      </p:sp>
    </p:spTree>
    <p:extLst>
      <p:ext uri="{BB962C8B-B14F-4D97-AF65-F5344CB8AC3E}">
        <p14:creationId xmlns:p14="http://schemas.microsoft.com/office/powerpoint/2010/main" val="377012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6467CA-29D5-4242-9F88-544A082EF20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f3d6df-9f9d-4bf1-b1ad-7e6c0c763a9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2393</Words>
  <Application>Microsoft Macintosh PowerPoint</Application>
  <PresentationFormat>Widescreen</PresentationFormat>
  <Paragraphs>372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Privacidad diferencial cuántica con GAD</dc:title>
  <dc:subject>PptxGenJS Presentation</dc:subject>
  <dc:creator>PptxGenJS</dc:creator>
  <cp:lastModifiedBy>Tomas Sierra Sanchez</cp:lastModifiedBy>
  <cp:revision>12</cp:revision>
  <dcterms:created xsi:type="dcterms:W3CDTF">2026-09-22T20:32:08Z</dcterms:created>
  <dcterms:modified xsi:type="dcterms:W3CDTF">2026-10-20T22:36:04Z</dcterms:modified>
</cp:coreProperties>
</file>